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4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587"/>
  </p:normalViewPr>
  <p:slideViewPr>
    <p:cSldViewPr snapToGrid="0">
      <p:cViewPr>
        <p:scale>
          <a:sx n="86" d="100"/>
          <a:sy n="86" d="100"/>
        </p:scale>
        <p:origin x="42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3CF1-88D6-1674-F8BD-42BA49A4F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C4EAE-DCE1-2FCC-693B-CCA78BD24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200AD-4654-255E-45D5-1EF70C4C1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CE7AA-658D-FE15-6437-7AF3612C2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994C2-950F-790F-6138-AE3E112F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62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087C-0606-64A8-552A-82730B29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B495E-EA35-96FF-0A2D-8E11F0CFF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DA3A2-8DF8-0A83-2346-584D5070F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0509C-8C58-D1EE-1EA9-71C79B945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DC3AE-A7EF-BA95-A262-C55E8DA6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9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B1FD6-EC4B-812E-72C0-4DCDE2949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90F60-B7B8-25B9-B08C-CD1EE309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7E31F-CC30-F10B-2659-860FD5B4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2C85B-8B64-D220-F9E6-0837EB87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A3C57-7878-6D21-30DB-924F6B8C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7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C3D3C-6C43-F028-9D3E-39CF3A29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D72DB-F339-8FD3-E58C-BA4C706F8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4587D-2F0E-667B-B8DD-A53AA895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36A3D-E606-9949-F9DD-E3B91335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02496-E605-C38B-4DC9-EE233856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3AA7B-D2D3-A7E1-6986-FD331D72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0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F4C4-9CF9-B67C-20CD-CC7676FEC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81B89-C056-7F40-0AF9-E12DFFF60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4889-44D2-2347-79F3-6D2C21306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CA6B1-5707-489C-3DD0-CB0131EBA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ED3C5E-9637-B6B0-9417-BE88D75F7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0120B3-E64C-5D16-ED33-A19A26A7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F96B9B-01C7-3ACA-3128-0D16D2E66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44DF10-7C8A-F771-51F9-9E53DAAB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8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8E70-8BE8-A7DD-9D88-F2C2649A8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083FC-D2F8-7516-B6FC-88B2816E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D50BB-D118-F19E-4EBD-2BAF1C85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495F1-3F92-6910-0EB2-B6168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9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25914-0B01-D50E-38B1-326DE2FE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EE895-BA47-07A3-8C1D-49DBF14D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C8298-F3C7-D571-E27F-73A769304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6E06-6919-34D2-9A2D-3FAACAB3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81D3-7C60-0BEC-DB57-8FF126719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88483-D062-79B0-5132-B4FE9992C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2EF3E-6D4A-3CBE-FA54-A6A6933B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4497B-24AF-06C5-7999-5AD710E3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C1848-9330-98DF-6567-A6A96EA5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7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D70D-3E30-FB0C-8D33-2076F95E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82075A-0A58-E25F-AF36-B6436A057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ACF2F-4C18-9D91-3799-6B84BF96A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BAE7-A387-A7F6-59DD-7C92F4C4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F5F83-151D-8E37-8288-48F3B57A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00C09-13D6-374B-8948-127501A9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7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B210-1097-8DA1-074A-C41C06A7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DA7CC-F42A-4ADE-2865-C9810E575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CBC3C-61BF-317C-05A7-5936B0D6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76192-5400-43D3-A1C1-CF283623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CB2FF-0C70-07D7-75C6-316B7F65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0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D27460-6CD3-D002-3709-0F9203336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9ED9-35BA-D7F3-2C63-366831BC3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B9CE5-CB36-5351-4E71-18EAA5AD5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83A8E-2105-B0EA-BC81-B47A533C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8FF5A-1A51-0468-E1C4-18526684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5CD086-C3DE-CADF-0B0C-CA23558B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A24F7-8366-E08E-0E95-088F63850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D936E-299C-A387-BD81-209CBDF9D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943D2-0C06-2845-8DCC-15A3A0AAB89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16A33-0E10-5E61-828B-DB7BE6F8A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4BE7D-5C24-B911-C32A-79756796D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A2EE1-43E6-A843-867C-28995385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7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346E4DB4-03EE-751D-BA84-246AA8756120}"/>
              </a:ext>
            </a:extLst>
          </p:cNvPr>
          <p:cNvGrpSpPr/>
          <p:nvPr/>
        </p:nvGrpSpPr>
        <p:grpSpPr>
          <a:xfrm>
            <a:off x="2523281" y="2013995"/>
            <a:ext cx="4421530" cy="3125164"/>
            <a:chOff x="2523281" y="2013995"/>
            <a:chExt cx="4421530" cy="3125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9FBEBF-1BFD-6775-8465-3DC8EF7322B7}"/>
                </a:ext>
              </a:extLst>
            </p:cNvPr>
            <p:cNvSpPr/>
            <p:nvPr/>
          </p:nvSpPr>
          <p:spPr>
            <a:xfrm>
              <a:off x="2523281" y="2013995"/>
              <a:ext cx="2210765" cy="312516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409726-9C97-EF33-9FC9-9260433506A2}"/>
                </a:ext>
              </a:extLst>
            </p:cNvPr>
            <p:cNvSpPr/>
            <p:nvPr/>
          </p:nvSpPr>
          <p:spPr>
            <a:xfrm>
              <a:off x="4734046" y="2013995"/>
              <a:ext cx="2210765" cy="3125164"/>
            </a:xfrm>
            <a:prstGeom prst="rect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DBC03F-A048-58EF-7D9D-79D91A5CAA1B}"/>
                </a:ext>
              </a:extLst>
            </p:cNvPr>
            <p:cNvGrpSpPr/>
            <p:nvPr/>
          </p:nvGrpSpPr>
          <p:grpSpPr>
            <a:xfrm>
              <a:off x="3446361" y="2286000"/>
              <a:ext cx="2598518" cy="2575367"/>
              <a:chOff x="3446361" y="2286000"/>
              <a:chExt cx="2598518" cy="2575367"/>
            </a:xfrm>
          </p:grpSpPr>
          <p:sp>
            <p:nvSpPr>
              <p:cNvPr id="6" name="Chord 5">
                <a:extLst>
                  <a:ext uri="{FF2B5EF4-FFF2-40B4-BE49-F238E27FC236}">
                    <a16:creationId xmlns:a16="http://schemas.microsoft.com/office/drawing/2014/main" id="{6074539D-DEF7-6D26-0EB7-F581CB9AB380}"/>
                  </a:ext>
                </a:extLst>
              </p:cNvPr>
              <p:cNvSpPr/>
              <p:nvPr/>
            </p:nvSpPr>
            <p:spPr>
              <a:xfrm>
                <a:off x="3469512" y="2286000"/>
                <a:ext cx="2575367" cy="2575367"/>
              </a:xfrm>
              <a:prstGeom prst="chord">
                <a:avLst>
                  <a:gd name="adj1" fmla="val 5431826"/>
                  <a:gd name="adj2" fmla="val 16183907"/>
                </a:avLst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Chord 6">
                <a:extLst>
                  <a:ext uri="{FF2B5EF4-FFF2-40B4-BE49-F238E27FC236}">
                    <a16:creationId xmlns:a16="http://schemas.microsoft.com/office/drawing/2014/main" id="{2295841D-F8E1-2E6E-8F3F-EF70C154D35F}"/>
                  </a:ext>
                </a:extLst>
              </p:cNvPr>
              <p:cNvSpPr/>
              <p:nvPr/>
            </p:nvSpPr>
            <p:spPr>
              <a:xfrm flipH="1">
                <a:off x="3446361" y="2286000"/>
                <a:ext cx="2575367" cy="2575367"/>
              </a:xfrm>
              <a:prstGeom prst="chord">
                <a:avLst>
                  <a:gd name="adj1" fmla="val 5431826"/>
                  <a:gd name="adj2" fmla="val 16183907"/>
                </a:avLst>
              </a:prstGeom>
              <a:solidFill>
                <a:srgbClr val="FA848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5CD21DF-F5FE-F5B7-7164-7614649C43B5}"/>
                </a:ext>
              </a:extLst>
            </p:cNvPr>
            <p:cNvGrpSpPr/>
            <p:nvPr/>
          </p:nvGrpSpPr>
          <p:grpSpPr>
            <a:xfrm>
              <a:off x="2686774" y="2040842"/>
              <a:ext cx="1908376" cy="2999530"/>
              <a:chOff x="2686774" y="2040842"/>
              <a:chExt cx="1908376" cy="299953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BED3663-1FDC-D759-4A00-7CB43781853B}"/>
                  </a:ext>
                </a:extLst>
              </p:cNvPr>
              <p:cNvSpPr/>
              <p:nvPr/>
            </p:nvSpPr>
            <p:spPr>
              <a:xfrm>
                <a:off x="2686774" y="3027021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397ACFD-3132-ECAB-5ED5-5E01E55CA24E}"/>
                  </a:ext>
                </a:extLst>
              </p:cNvPr>
              <p:cNvSpPr/>
              <p:nvPr/>
            </p:nvSpPr>
            <p:spPr>
              <a:xfrm>
                <a:off x="2920197" y="2525371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5D0D51B-FC14-9DA7-3BA8-30003ECBE043}"/>
                  </a:ext>
                </a:extLst>
              </p:cNvPr>
              <p:cNvSpPr/>
              <p:nvPr/>
            </p:nvSpPr>
            <p:spPr>
              <a:xfrm>
                <a:off x="3183279" y="2804771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674F0BC-8D5B-86CF-8B84-358AA31D0540}"/>
                  </a:ext>
                </a:extLst>
              </p:cNvPr>
              <p:cNvSpPr/>
              <p:nvPr/>
            </p:nvSpPr>
            <p:spPr>
              <a:xfrm>
                <a:off x="2927672" y="3578104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1A496EC-93E0-BF23-1476-0B1E21257663}"/>
                  </a:ext>
                </a:extLst>
              </p:cNvPr>
              <p:cNvSpPr/>
              <p:nvPr/>
            </p:nvSpPr>
            <p:spPr>
              <a:xfrm>
                <a:off x="3153860" y="3222504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55B6C36-9D32-A27E-C55A-D83C656F05C7}"/>
                  </a:ext>
                </a:extLst>
              </p:cNvPr>
              <p:cNvSpPr/>
              <p:nvPr/>
            </p:nvSpPr>
            <p:spPr>
              <a:xfrm>
                <a:off x="3469512" y="2386475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0058DAE-34D9-5B8C-A307-3F2562AA2F9A}"/>
                  </a:ext>
                </a:extLst>
              </p:cNvPr>
              <p:cNvSpPr/>
              <p:nvPr/>
            </p:nvSpPr>
            <p:spPr>
              <a:xfrm>
                <a:off x="3893435" y="2176121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F175A53-70FD-50D8-3E4F-F766D96711C4}"/>
                  </a:ext>
                </a:extLst>
              </p:cNvPr>
              <p:cNvSpPr/>
              <p:nvPr/>
            </p:nvSpPr>
            <p:spPr>
              <a:xfrm>
                <a:off x="2837245" y="2130787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ADB2EE5-F5FC-F9B6-E976-77624BEDF6C7}"/>
                  </a:ext>
                </a:extLst>
              </p:cNvPr>
              <p:cNvSpPr/>
              <p:nvPr/>
            </p:nvSpPr>
            <p:spPr>
              <a:xfrm>
                <a:off x="2698349" y="3916061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D47EAAA-B95A-F85D-D2C4-800A63E6043E}"/>
                  </a:ext>
                </a:extLst>
              </p:cNvPr>
              <p:cNvSpPr/>
              <p:nvPr/>
            </p:nvSpPr>
            <p:spPr>
              <a:xfrm>
                <a:off x="3147590" y="4013280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2F43D24-5E3D-AD63-D857-66F547868959}"/>
                  </a:ext>
                </a:extLst>
              </p:cNvPr>
              <p:cNvSpPr/>
              <p:nvPr/>
            </p:nvSpPr>
            <p:spPr>
              <a:xfrm>
                <a:off x="2873336" y="4289183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FA2B680-7D78-63B7-CB53-31861DA82817}"/>
                  </a:ext>
                </a:extLst>
              </p:cNvPr>
              <p:cNvSpPr/>
              <p:nvPr/>
            </p:nvSpPr>
            <p:spPr>
              <a:xfrm>
                <a:off x="3365338" y="4517783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5ED19A6-CEEA-0763-AB0E-A98C8598E37B}"/>
                  </a:ext>
                </a:extLst>
              </p:cNvPr>
              <p:cNvSpPr/>
              <p:nvPr/>
            </p:nvSpPr>
            <p:spPr>
              <a:xfrm>
                <a:off x="2756222" y="4742847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8034F16-A9E7-0819-D431-E749570076F4}"/>
                  </a:ext>
                </a:extLst>
              </p:cNvPr>
              <p:cNvSpPr/>
              <p:nvPr/>
            </p:nvSpPr>
            <p:spPr>
              <a:xfrm>
                <a:off x="3200722" y="4812295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95CF6B1-3612-ABD3-2450-DAECD1B2B56E}"/>
                  </a:ext>
                </a:extLst>
              </p:cNvPr>
              <p:cNvSpPr/>
              <p:nvPr/>
            </p:nvSpPr>
            <p:spPr>
              <a:xfrm>
                <a:off x="3716198" y="4881743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A220E49-F6C7-CC9A-46AE-FDDD9A5BC675}"/>
                  </a:ext>
                </a:extLst>
              </p:cNvPr>
              <p:cNvSpPr/>
              <p:nvPr/>
            </p:nvSpPr>
            <p:spPr>
              <a:xfrm>
                <a:off x="4249839" y="4901476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437D27E-7429-2C3F-55B2-1FAE88D7EA1F}"/>
                  </a:ext>
                </a:extLst>
              </p:cNvPr>
              <p:cNvSpPr/>
              <p:nvPr/>
            </p:nvSpPr>
            <p:spPr>
              <a:xfrm>
                <a:off x="4456254" y="2092165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1FA36C1-A3BD-05CE-AFE9-52493CB8FB84}"/>
                  </a:ext>
                </a:extLst>
              </p:cNvPr>
              <p:cNvSpPr/>
              <p:nvPr/>
            </p:nvSpPr>
            <p:spPr>
              <a:xfrm>
                <a:off x="3191720" y="2040842"/>
                <a:ext cx="138896" cy="13889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6A3ED37-B011-AD75-29A0-577266FF0951}"/>
                </a:ext>
              </a:extLst>
            </p:cNvPr>
            <p:cNvSpPr/>
            <p:nvPr/>
          </p:nvSpPr>
          <p:spPr>
            <a:xfrm flipH="1" flipV="1">
              <a:off x="6677144" y="3960270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457802E-CCB4-9093-BDBE-604864B67316}"/>
                </a:ext>
              </a:extLst>
            </p:cNvPr>
            <p:cNvSpPr/>
            <p:nvPr/>
          </p:nvSpPr>
          <p:spPr>
            <a:xfrm flipH="1" flipV="1">
              <a:off x="6443721" y="4461920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9A94469-B59D-E60D-46BC-147327C9CEB0}"/>
                </a:ext>
              </a:extLst>
            </p:cNvPr>
            <p:cNvSpPr/>
            <p:nvPr/>
          </p:nvSpPr>
          <p:spPr>
            <a:xfrm flipH="1" flipV="1">
              <a:off x="6180639" y="4182520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2FB122D-042D-9CE8-E7FD-09B0799220CD}"/>
                </a:ext>
              </a:extLst>
            </p:cNvPr>
            <p:cNvSpPr/>
            <p:nvPr/>
          </p:nvSpPr>
          <p:spPr>
            <a:xfrm flipH="1" flipV="1">
              <a:off x="6436246" y="3409187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AAEEB0E-0BC9-DD4A-E9F1-C118D1D8AA64}"/>
                </a:ext>
              </a:extLst>
            </p:cNvPr>
            <p:cNvSpPr/>
            <p:nvPr/>
          </p:nvSpPr>
          <p:spPr>
            <a:xfrm flipH="1" flipV="1">
              <a:off x="6210058" y="3764787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42AFA34-EA47-7A4E-76DD-5C40DF96EEB7}"/>
                </a:ext>
              </a:extLst>
            </p:cNvPr>
            <p:cNvSpPr/>
            <p:nvPr/>
          </p:nvSpPr>
          <p:spPr>
            <a:xfrm flipH="1" flipV="1">
              <a:off x="5894406" y="4600816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5B6BFA-79C5-15FC-D442-62A1AFE2F970}"/>
                </a:ext>
              </a:extLst>
            </p:cNvPr>
            <p:cNvSpPr/>
            <p:nvPr/>
          </p:nvSpPr>
          <p:spPr>
            <a:xfrm flipH="1" flipV="1">
              <a:off x="5470483" y="4811170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5675F32-4B1F-E873-6E70-71FDC47163B3}"/>
                </a:ext>
              </a:extLst>
            </p:cNvPr>
            <p:cNvSpPr/>
            <p:nvPr/>
          </p:nvSpPr>
          <p:spPr>
            <a:xfrm flipH="1" flipV="1">
              <a:off x="6526673" y="4856504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E254DEB-E604-E12B-275C-08FC3AF58844}"/>
                </a:ext>
              </a:extLst>
            </p:cNvPr>
            <p:cNvSpPr/>
            <p:nvPr/>
          </p:nvSpPr>
          <p:spPr>
            <a:xfrm flipH="1" flipV="1">
              <a:off x="6665569" y="3071230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C58A315-6527-0396-A24B-D2CF28F9F5D8}"/>
                </a:ext>
              </a:extLst>
            </p:cNvPr>
            <p:cNvSpPr/>
            <p:nvPr/>
          </p:nvSpPr>
          <p:spPr>
            <a:xfrm flipH="1" flipV="1">
              <a:off x="6216328" y="2974011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9FE704C-414B-9640-9355-F9B7F48BDAFA}"/>
                </a:ext>
              </a:extLst>
            </p:cNvPr>
            <p:cNvSpPr/>
            <p:nvPr/>
          </p:nvSpPr>
          <p:spPr>
            <a:xfrm flipH="1" flipV="1">
              <a:off x="6490582" y="2698108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DAB69C1-1C96-0BAC-1067-011B9F2EF561}"/>
                </a:ext>
              </a:extLst>
            </p:cNvPr>
            <p:cNvSpPr/>
            <p:nvPr/>
          </p:nvSpPr>
          <p:spPr>
            <a:xfrm flipH="1" flipV="1">
              <a:off x="5998580" y="2469508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7D5A44D-9417-928F-DED9-9D1B079E3E2C}"/>
                </a:ext>
              </a:extLst>
            </p:cNvPr>
            <p:cNvSpPr/>
            <p:nvPr/>
          </p:nvSpPr>
          <p:spPr>
            <a:xfrm flipH="1" flipV="1">
              <a:off x="6607696" y="2244444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2CF38CD-0B0E-AA63-DA41-5CE0D7C8743F}"/>
                </a:ext>
              </a:extLst>
            </p:cNvPr>
            <p:cNvSpPr/>
            <p:nvPr/>
          </p:nvSpPr>
          <p:spPr>
            <a:xfrm flipH="1" flipV="1">
              <a:off x="6163196" y="2174996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753A5F9-CCAA-3F07-7790-ACA6436E13CC}"/>
                </a:ext>
              </a:extLst>
            </p:cNvPr>
            <p:cNvSpPr/>
            <p:nvPr/>
          </p:nvSpPr>
          <p:spPr>
            <a:xfrm flipH="1" flipV="1">
              <a:off x="5647720" y="2105548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2352CC8-7F20-A8B9-6069-F91104810C01}"/>
                </a:ext>
              </a:extLst>
            </p:cNvPr>
            <p:cNvSpPr/>
            <p:nvPr/>
          </p:nvSpPr>
          <p:spPr>
            <a:xfrm flipH="1" flipV="1">
              <a:off x="5114079" y="2085815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1A4BA96-9F92-9186-CE73-D754350D460E}"/>
                </a:ext>
              </a:extLst>
            </p:cNvPr>
            <p:cNvSpPr/>
            <p:nvPr/>
          </p:nvSpPr>
          <p:spPr>
            <a:xfrm flipH="1" flipV="1">
              <a:off x="4907664" y="4895126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383A5AE-F30F-080D-9F08-57B0E68E6DEE}"/>
                </a:ext>
              </a:extLst>
            </p:cNvPr>
            <p:cNvSpPr/>
            <p:nvPr/>
          </p:nvSpPr>
          <p:spPr>
            <a:xfrm flipH="1" flipV="1">
              <a:off x="6172198" y="4946449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70DADFD-1288-F537-1D0D-C6C7035D67CD}"/>
                </a:ext>
              </a:extLst>
            </p:cNvPr>
            <p:cNvSpPr/>
            <p:nvPr/>
          </p:nvSpPr>
          <p:spPr>
            <a:xfrm>
              <a:off x="4874587" y="2455923"/>
              <a:ext cx="138896" cy="138896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FB712BE-C37D-74F4-6AE1-6D9C018EF26A}"/>
                </a:ext>
              </a:extLst>
            </p:cNvPr>
            <p:cNvSpPr/>
            <p:nvPr/>
          </p:nvSpPr>
          <p:spPr>
            <a:xfrm>
              <a:off x="4852924" y="3222504"/>
              <a:ext cx="138896" cy="138896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1D800C6-CE93-0C75-C9E7-AA0FEC4F9A1E}"/>
                </a:ext>
              </a:extLst>
            </p:cNvPr>
            <p:cNvSpPr/>
            <p:nvPr/>
          </p:nvSpPr>
          <p:spPr>
            <a:xfrm>
              <a:off x="5255148" y="2888125"/>
              <a:ext cx="138896" cy="138896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B69DC0A-8448-A0B5-A955-942242E8D703}"/>
                </a:ext>
              </a:extLst>
            </p:cNvPr>
            <p:cNvSpPr/>
            <p:nvPr/>
          </p:nvSpPr>
          <p:spPr>
            <a:xfrm>
              <a:off x="5054114" y="3874384"/>
              <a:ext cx="138896" cy="138896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2BB898E-D078-61F6-EE4F-6880F62F9619}"/>
                </a:ext>
              </a:extLst>
            </p:cNvPr>
            <p:cNvSpPr/>
            <p:nvPr/>
          </p:nvSpPr>
          <p:spPr>
            <a:xfrm>
              <a:off x="5529320" y="3473692"/>
              <a:ext cx="138896" cy="138896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255F167-DEB3-98A3-4FF3-B72BA16D977D}"/>
                </a:ext>
              </a:extLst>
            </p:cNvPr>
            <p:cNvSpPr/>
            <p:nvPr/>
          </p:nvSpPr>
          <p:spPr>
            <a:xfrm>
              <a:off x="5478924" y="4115322"/>
              <a:ext cx="138896" cy="138896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AB79338-588F-4844-BDF9-7014429F098E}"/>
                </a:ext>
              </a:extLst>
            </p:cNvPr>
            <p:cNvSpPr/>
            <p:nvPr/>
          </p:nvSpPr>
          <p:spPr>
            <a:xfrm>
              <a:off x="4289988" y="2559212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117C840-F338-8AF8-F740-1F718A7BB155}"/>
                </a:ext>
              </a:extLst>
            </p:cNvPr>
            <p:cNvSpPr/>
            <p:nvPr/>
          </p:nvSpPr>
          <p:spPr>
            <a:xfrm>
              <a:off x="4437768" y="3001782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EC23B4F-8611-998F-F4E1-016414885738}"/>
                </a:ext>
              </a:extLst>
            </p:cNvPr>
            <p:cNvSpPr/>
            <p:nvPr/>
          </p:nvSpPr>
          <p:spPr>
            <a:xfrm>
              <a:off x="3878567" y="3043459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D1F86FC-7FDE-C570-BFCE-CB7B6A83DE97}"/>
                </a:ext>
              </a:extLst>
            </p:cNvPr>
            <p:cNvSpPr/>
            <p:nvPr/>
          </p:nvSpPr>
          <p:spPr>
            <a:xfrm>
              <a:off x="4180391" y="3395802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E4C4DEE-23FC-5244-FD98-0A4793DEEA6A}"/>
                </a:ext>
              </a:extLst>
            </p:cNvPr>
            <p:cNvSpPr/>
            <p:nvPr/>
          </p:nvSpPr>
          <p:spPr>
            <a:xfrm>
              <a:off x="3666121" y="3612588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E44C2F0-C44F-57C0-812B-AB1DF60DAE51}"/>
                </a:ext>
              </a:extLst>
            </p:cNvPr>
            <p:cNvSpPr/>
            <p:nvPr/>
          </p:nvSpPr>
          <p:spPr>
            <a:xfrm>
              <a:off x="4138189" y="3874384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70822F1-A091-1214-F4A1-853525196418}"/>
                </a:ext>
              </a:extLst>
            </p:cNvPr>
            <p:cNvSpPr/>
            <p:nvPr/>
          </p:nvSpPr>
          <p:spPr>
            <a:xfrm>
              <a:off x="4329054" y="4321416"/>
              <a:ext cx="138896" cy="138896"/>
            </a:xfrm>
            <a:prstGeom prst="ellipse">
              <a:avLst/>
            </a:prstGeom>
            <a:solidFill>
              <a:srgbClr val="FA848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AF25832-349B-E6D2-6701-A0B8699DE22A}"/>
                </a:ext>
              </a:extLst>
            </p:cNvPr>
            <p:cNvSpPr/>
            <p:nvPr/>
          </p:nvSpPr>
          <p:spPr>
            <a:xfrm>
              <a:off x="4945205" y="4298427"/>
              <a:ext cx="138896" cy="138896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90C41DC-F3CC-4967-6CB5-EE35E756A3BD}"/>
                </a:ext>
              </a:extLst>
            </p:cNvPr>
            <p:cNvSpPr txBox="1"/>
            <p:nvPr/>
          </p:nvSpPr>
          <p:spPr>
            <a:xfrm>
              <a:off x="2558766" y="4730026"/>
              <a:ext cx="1005596" cy="369332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True +</a:t>
              </a:r>
              <a:r>
                <a:rPr lang="en-US" dirty="0" err="1"/>
                <a:t>ve</a:t>
              </a:r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32DD57-3BCF-3B3A-E2D2-6FECE513826D}"/>
                </a:ext>
              </a:extLst>
            </p:cNvPr>
            <p:cNvSpPr txBox="1"/>
            <p:nvPr/>
          </p:nvSpPr>
          <p:spPr>
            <a:xfrm>
              <a:off x="5951947" y="4730026"/>
              <a:ext cx="960712" cy="369332"/>
            </a:xfrm>
            <a:prstGeom prst="rect">
              <a:avLst/>
            </a:prstGeom>
            <a:solidFill>
              <a:srgbClr val="FA848E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True -</a:t>
              </a:r>
              <a:r>
                <a:rPr lang="en-US" dirty="0" err="1"/>
                <a:t>ve</a:t>
              </a:r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170E8E8-514C-E3C7-6BF4-8EA50BC4EBD9}"/>
                </a:ext>
              </a:extLst>
            </p:cNvPr>
            <p:cNvSpPr txBox="1"/>
            <p:nvPr/>
          </p:nvSpPr>
          <p:spPr>
            <a:xfrm>
              <a:off x="4858457" y="3408384"/>
              <a:ext cx="1007328" cy="33855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False +</a:t>
              </a:r>
              <a:r>
                <a:rPr lang="en-US" sz="1600" dirty="0" err="1"/>
                <a:t>ve</a:t>
              </a:r>
              <a:endParaRPr lang="en-US" sz="16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A3F95B0-F1C5-87A7-240A-0FC3F5A4F0EE}"/>
                </a:ext>
              </a:extLst>
            </p:cNvPr>
            <p:cNvSpPr txBox="1"/>
            <p:nvPr/>
          </p:nvSpPr>
          <p:spPr>
            <a:xfrm>
              <a:off x="3662954" y="3408384"/>
              <a:ext cx="968855" cy="338554"/>
            </a:xfrm>
            <a:prstGeom prst="rect">
              <a:avLst/>
            </a:prstGeom>
            <a:solidFill>
              <a:srgbClr val="FA848E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/>
                <a:t>False -</a:t>
              </a:r>
              <a:r>
                <a:rPr lang="en-US" sz="1600" dirty="0" err="1"/>
                <a:t>ve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155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F69B-9A5C-120E-F382-3631061EF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4E75E75-3899-E6BF-80BC-A9A66E0F1C26}"/>
              </a:ext>
            </a:extLst>
          </p:cNvPr>
          <p:cNvGrpSpPr/>
          <p:nvPr/>
        </p:nvGrpSpPr>
        <p:grpSpPr>
          <a:xfrm>
            <a:off x="674557" y="1633928"/>
            <a:ext cx="8244591" cy="4527029"/>
            <a:chOff x="674557" y="1633928"/>
            <a:chExt cx="8244591" cy="4527029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CAC7A32-49BF-096F-FDAC-9EC79535A465}"/>
                </a:ext>
              </a:extLst>
            </p:cNvPr>
            <p:cNvSpPr/>
            <p:nvPr/>
          </p:nvSpPr>
          <p:spPr>
            <a:xfrm>
              <a:off x="674557" y="1633928"/>
              <a:ext cx="8244591" cy="4527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4B850A4-7EC6-3014-89C9-3DBDA48C87F8}"/>
                </a:ext>
              </a:extLst>
            </p:cNvPr>
            <p:cNvSpPr/>
            <p:nvPr/>
          </p:nvSpPr>
          <p:spPr>
            <a:xfrm>
              <a:off x="960699" y="2858948"/>
              <a:ext cx="2419109" cy="2419109"/>
            </a:xfrm>
            <a:prstGeom prst="ellipse">
              <a:avLst/>
            </a:prstGeom>
            <a:solidFill>
              <a:srgbClr val="92D050">
                <a:alpha val="7066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317156A-71D5-E252-48CA-5B6ECC57E80C}"/>
                </a:ext>
              </a:extLst>
            </p:cNvPr>
            <p:cNvSpPr/>
            <p:nvPr/>
          </p:nvSpPr>
          <p:spPr>
            <a:xfrm>
              <a:off x="2170253" y="2858948"/>
              <a:ext cx="2419109" cy="2419109"/>
            </a:xfrm>
            <a:prstGeom prst="ellipse">
              <a:avLst/>
            </a:prstGeom>
            <a:solidFill>
              <a:srgbClr val="FF0000">
                <a:alpha val="48752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DF0A354-98CB-68C5-8904-A8D38F80E7BF}"/>
                </a:ext>
              </a:extLst>
            </p:cNvPr>
            <p:cNvSpPr txBox="1"/>
            <p:nvPr/>
          </p:nvSpPr>
          <p:spPr>
            <a:xfrm>
              <a:off x="3764813" y="3136612"/>
              <a:ext cx="43954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B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DAF82AF-EE39-27CC-85A1-152952DA881B}"/>
                </a:ext>
              </a:extLst>
            </p:cNvPr>
            <p:cNvSpPr txBox="1"/>
            <p:nvPr/>
          </p:nvSpPr>
          <p:spPr>
            <a:xfrm>
              <a:off x="1318435" y="3136611"/>
              <a:ext cx="43954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F8BD3A0-E2B8-E056-ADF2-D5CB8E0D1CEA}"/>
                </a:ext>
              </a:extLst>
            </p:cNvPr>
            <p:cNvSpPr txBox="1"/>
            <p:nvPr/>
          </p:nvSpPr>
          <p:spPr>
            <a:xfrm>
              <a:off x="2328965" y="3878932"/>
              <a:ext cx="92845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A∩B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B362D09-F02E-6A32-CFB2-3C5448DA503A}"/>
                </a:ext>
              </a:extLst>
            </p:cNvPr>
            <p:cNvSpPr txBox="1"/>
            <p:nvPr/>
          </p:nvSpPr>
          <p:spPr>
            <a:xfrm>
              <a:off x="1198045" y="5517783"/>
              <a:ext cx="31902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|A∪B| = |A| + |B| - |A∩B|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2F29CD7-8E8A-CBB7-835B-37120D629729}"/>
                </a:ext>
              </a:extLst>
            </p:cNvPr>
            <p:cNvSpPr txBox="1"/>
            <p:nvPr/>
          </p:nvSpPr>
          <p:spPr>
            <a:xfrm>
              <a:off x="1324654" y="1861923"/>
              <a:ext cx="293939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u="sng" dirty="0"/>
                <a:t>Overlap-based</a:t>
              </a: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51D3D94F-56E0-7C97-9831-CF6FE73CD53B}"/>
                </a:ext>
              </a:extLst>
            </p:cNvPr>
            <p:cNvGrpSpPr/>
            <p:nvPr/>
          </p:nvGrpSpPr>
          <p:grpSpPr>
            <a:xfrm>
              <a:off x="5473602" y="1861923"/>
              <a:ext cx="3141437" cy="3740509"/>
              <a:chOff x="7132266" y="1861922"/>
              <a:chExt cx="3141437" cy="3740509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96D91C3-FC90-3974-D382-E392E4BF530C}"/>
                  </a:ext>
                </a:extLst>
              </p:cNvPr>
              <p:cNvSpPr txBox="1"/>
              <p:nvPr/>
            </p:nvSpPr>
            <p:spPr>
              <a:xfrm>
                <a:off x="7132266" y="1861922"/>
                <a:ext cx="31414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u="sng" dirty="0"/>
                  <a:t>Distance-based</a:t>
                </a: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9EA4084A-1D94-DAB8-7F64-25F8E09634D7}"/>
                  </a:ext>
                </a:extLst>
              </p:cNvPr>
              <p:cNvSpPr/>
              <p:nvPr/>
            </p:nvSpPr>
            <p:spPr>
              <a:xfrm>
                <a:off x="7371470" y="3055548"/>
                <a:ext cx="2278966" cy="2462235"/>
              </a:xfrm>
              <a:custGeom>
                <a:avLst/>
                <a:gdLst>
                  <a:gd name="csX0" fmla="*/ 647114 w 2278966"/>
                  <a:gd name="csY0" fmla="*/ 154745 h 2462235"/>
                  <a:gd name="csX1" fmla="*/ 506437 w 2278966"/>
                  <a:gd name="csY1" fmla="*/ 196948 h 2462235"/>
                  <a:gd name="csX2" fmla="*/ 393896 w 2278966"/>
                  <a:gd name="csY2" fmla="*/ 253219 h 2462235"/>
                  <a:gd name="csX3" fmla="*/ 365760 w 2278966"/>
                  <a:gd name="csY3" fmla="*/ 281354 h 2462235"/>
                  <a:gd name="csX4" fmla="*/ 323557 w 2278966"/>
                  <a:gd name="csY4" fmla="*/ 295422 h 2462235"/>
                  <a:gd name="csX5" fmla="*/ 239151 w 2278966"/>
                  <a:gd name="csY5" fmla="*/ 351692 h 2462235"/>
                  <a:gd name="csX6" fmla="*/ 182880 w 2278966"/>
                  <a:gd name="csY6" fmla="*/ 407963 h 2462235"/>
                  <a:gd name="csX7" fmla="*/ 168812 w 2278966"/>
                  <a:gd name="csY7" fmla="*/ 520505 h 2462235"/>
                  <a:gd name="csX8" fmla="*/ 196948 w 2278966"/>
                  <a:gd name="csY8" fmla="*/ 872197 h 2462235"/>
                  <a:gd name="csX9" fmla="*/ 211016 w 2278966"/>
                  <a:gd name="csY9" fmla="*/ 914400 h 2462235"/>
                  <a:gd name="csX10" fmla="*/ 168812 w 2278966"/>
                  <a:gd name="csY10" fmla="*/ 1252025 h 2462235"/>
                  <a:gd name="csX11" fmla="*/ 140677 w 2278966"/>
                  <a:gd name="csY11" fmla="*/ 1294228 h 2462235"/>
                  <a:gd name="csX12" fmla="*/ 98474 w 2278966"/>
                  <a:gd name="csY12" fmla="*/ 1336431 h 2462235"/>
                  <a:gd name="csX13" fmla="*/ 14068 w 2278966"/>
                  <a:gd name="csY13" fmla="*/ 1491175 h 2462235"/>
                  <a:gd name="csX14" fmla="*/ 0 w 2278966"/>
                  <a:gd name="csY14" fmla="*/ 1547446 h 2462235"/>
                  <a:gd name="csX15" fmla="*/ 28136 w 2278966"/>
                  <a:gd name="csY15" fmla="*/ 1786597 h 2462235"/>
                  <a:gd name="csX16" fmla="*/ 56271 w 2278966"/>
                  <a:gd name="csY16" fmla="*/ 1885071 h 2462235"/>
                  <a:gd name="csX17" fmla="*/ 112542 w 2278966"/>
                  <a:gd name="csY17" fmla="*/ 1955409 h 2462235"/>
                  <a:gd name="csX18" fmla="*/ 154745 w 2278966"/>
                  <a:gd name="csY18" fmla="*/ 2011680 h 2462235"/>
                  <a:gd name="csX19" fmla="*/ 267286 w 2278966"/>
                  <a:gd name="csY19" fmla="*/ 2096086 h 2462235"/>
                  <a:gd name="csX20" fmla="*/ 351692 w 2278966"/>
                  <a:gd name="csY20" fmla="*/ 2180492 h 2462235"/>
                  <a:gd name="csX21" fmla="*/ 422031 w 2278966"/>
                  <a:gd name="csY21" fmla="*/ 2250831 h 2462235"/>
                  <a:gd name="csX22" fmla="*/ 506437 w 2278966"/>
                  <a:gd name="csY22" fmla="*/ 2307102 h 2462235"/>
                  <a:gd name="csX23" fmla="*/ 604911 w 2278966"/>
                  <a:gd name="csY23" fmla="*/ 2363372 h 2462235"/>
                  <a:gd name="csX24" fmla="*/ 633046 w 2278966"/>
                  <a:gd name="csY24" fmla="*/ 2391508 h 2462235"/>
                  <a:gd name="csX25" fmla="*/ 689317 w 2278966"/>
                  <a:gd name="csY25" fmla="*/ 2405575 h 2462235"/>
                  <a:gd name="csX26" fmla="*/ 731520 w 2278966"/>
                  <a:gd name="csY26" fmla="*/ 2419643 h 2462235"/>
                  <a:gd name="csX27" fmla="*/ 787791 w 2278966"/>
                  <a:gd name="csY27" fmla="*/ 2433711 h 2462235"/>
                  <a:gd name="csX28" fmla="*/ 872197 w 2278966"/>
                  <a:gd name="csY28" fmla="*/ 2461846 h 2462235"/>
                  <a:gd name="csX29" fmla="*/ 1406769 w 2278966"/>
                  <a:gd name="csY29" fmla="*/ 2433711 h 2462235"/>
                  <a:gd name="csX30" fmla="*/ 1448972 w 2278966"/>
                  <a:gd name="csY30" fmla="*/ 2419643 h 2462235"/>
                  <a:gd name="csX31" fmla="*/ 1561514 w 2278966"/>
                  <a:gd name="csY31" fmla="*/ 2321169 h 2462235"/>
                  <a:gd name="csX32" fmla="*/ 1603717 w 2278966"/>
                  <a:gd name="csY32" fmla="*/ 2278966 h 2462235"/>
                  <a:gd name="csX33" fmla="*/ 1645920 w 2278966"/>
                  <a:gd name="csY33" fmla="*/ 2236763 h 2462235"/>
                  <a:gd name="csX34" fmla="*/ 1688123 w 2278966"/>
                  <a:gd name="csY34" fmla="*/ 2208628 h 2462235"/>
                  <a:gd name="csX35" fmla="*/ 1744394 w 2278966"/>
                  <a:gd name="csY35" fmla="*/ 2138289 h 2462235"/>
                  <a:gd name="csX36" fmla="*/ 1842868 w 2278966"/>
                  <a:gd name="csY36" fmla="*/ 2096086 h 2462235"/>
                  <a:gd name="csX37" fmla="*/ 1885071 w 2278966"/>
                  <a:gd name="csY37" fmla="*/ 2082019 h 2462235"/>
                  <a:gd name="csX38" fmla="*/ 2067951 w 2278966"/>
                  <a:gd name="csY38" fmla="*/ 2039815 h 2462235"/>
                  <a:gd name="csX39" fmla="*/ 2124222 w 2278966"/>
                  <a:gd name="csY39" fmla="*/ 1899139 h 2462235"/>
                  <a:gd name="csX40" fmla="*/ 2152357 w 2278966"/>
                  <a:gd name="csY40" fmla="*/ 1758462 h 2462235"/>
                  <a:gd name="csX41" fmla="*/ 2180492 w 2278966"/>
                  <a:gd name="csY41" fmla="*/ 1674055 h 2462235"/>
                  <a:gd name="csX42" fmla="*/ 2194560 w 2278966"/>
                  <a:gd name="csY42" fmla="*/ 1631852 h 2462235"/>
                  <a:gd name="csX43" fmla="*/ 2222696 w 2278966"/>
                  <a:gd name="csY43" fmla="*/ 1533379 h 2462235"/>
                  <a:gd name="csX44" fmla="*/ 2236763 w 2278966"/>
                  <a:gd name="csY44" fmla="*/ 1477108 h 2462235"/>
                  <a:gd name="csX45" fmla="*/ 2264899 w 2278966"/>
                  <a:gd name="csY45" fmla="*/ 1378634 h 2462235"/>
                  <a:gd name="csX46" fmla="*/ 2278966 w 2278966"/>
                  <a:gd name="csY46" fmla="*/ 1266092 h 2462235"/>
                  <a:gd name="csX47" fmla="*/ 2264899 w 2278966"/>
                  <a:gd name="csY47" fmla="*/ 844062 h 2462235"/>
                  <a:gd name="csX48" fmla="*/ 2222696 w 2278966"/>
                  <a:gd name="csY48" fmla="*/ 773723 h 2462235"/>
                  <a:gd name="csX49" fmla="*/ 2110154 w 2278966"/>
                  <a:gd name="csY49" fmla="*/ 647114 h 2462235"/>
                  <a:gd name="csX50" fmla="*/ 2067951 w 2278966"/>
                  <a:gd name="csY50" fmla="*/ 618979 h 2462235"/>
                  <a:gd name="csX51" fmla="*/ 1969477 w 2278966"/>
                  <a:gd name="csY51" fmla="*/ 548640 h 2462235"/>
                  <a:gd name="csX52" fmla="*/ 1941342 w 2278966"/>
                  <a:gd name="csY52" fmla="*/ 506437 h 2462235"/>
                  <a:gd name="csX53" fmla="*/ 1899139 w 2278966"/>
                  <a:gd name="csY53" fmla="*/ 478302 h 2462235"/>
                  <a:gd name="csX54" fmla="*/ 1828800 w 2278966"/>
                  <a:gd name="csY54" fmla="*/ 407963 h 2462235"/>
                  <a:gd name="csX55" fmla="*/ 1786597 w 2278966"/>
                  <a:gd name="csY55" fmla="*/ 365760 h 2462235"/>
                  <a:gd name="csX56" fmla="*/ 1744394 w 2278966"/>
                  <a:gd name="csY56" fmla="*/ 309489 h 2462235"/>
                  <a:gd name="csX57" fmla="*/ 1688123 w 2278966"/>
                  <a:gd name="csY57" fmla="*/ 225083 h 2462235"/>
                  <a:gd name="csX58" fmla="*/ 1603717 w 2278966"/>
                  <a:gd name="csY58" fmla="*/ 140677 h 2462235"/>
                  <a:gd name="csX59" fmla="*/ 1505243 w 2278966"/>
                  <a:gd name="csY59" fmla="*/ 70339 h 2462235"/>
                  <a:gd name="csX60" fmla="*/ 1448972 w 2278966"/>
                  <a:gd name="csY60" fmla="*/ 42203 h 2462235"/>
                  <a:gd name="csX61" fmla="*/ 1280160 w 2278966"/>
                  <a:gd name="csY61" fmla="*/ 14068 h 2462235"/>
                  <a:gd name="csX62" fmla="*/ 1195754 w 2278966"/>
                  <a:gd name="csY62" fmla="*/ 0 h 2462235"/>
                  <a:gd name="csX63" fmla="*/ 900332 w 2278966"/>
                  <a:gd name="csY63" fmla="*/ 14068 h 2462235"/>
                  <a:gd name="csX64" fmla="*/ 844062 w 2278966"/>
                  <a:gd name="csY64" fmla="*/ 42203 h 2462235"/>
                  <a:gd name="csX65" fmla="*/ 787791 w 2278966"/>
                  <a:gd name="csY65" fmla="*/ 56271 h 2462235"/>
                  <a:gd name="csX66" fmla="*/ 745588 w 2278966"/>
                  <a:gd name="csY66" fmla="*/ 70339 h 2462235"/>
                  <a:gd name="csX67" fmla="*/ 717452 w 2278966"/>
                  <a:gd name="csY67" fmla="*/ 98474 h 2462235"/>
                  <a:gd name="csX68" fmla="*/ 647114 w 2278966"/>
                  <a:gd name="csY68" fmla="*/ 154745 h 24622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</a:cxnLst>
                <a:rect l="l" t="t" r="r" b="b"/>
                <a:pathLst>
                  <a:path w="2278966" h="2462235">
                    <a:moveTo>
                      <a:pt x="647114" y="154745"/>
                    </a:moveTo>
                    <a:cubicBezTo>
                      <a:pt x="611945" y="171157"/>
                      <a:pt x="577204" y="164286"/>
                      <a:pt x="506437" y="196948"/>
                    </a:cubicBezTo>
                    <a:cubicBezTo>
                      <a:pt x="468356" y="214524"/>
                      <a:pt x="423554" y="223562"/>
                      <a:pt x="393896" y="253219"/>
                    </a:cubicBezTo>
                    <a:cubicBezTo>
                      <a:pt x="384517" y="262597"/>
                      <a:pt x="377133" y="274530"/>
                      <a:pt x="365760" y="281354"/>
                    </a:cubicBezTo>
                    <a:cubicBezTo>
                      <a:pt x="353044" y="288983"/>
                      <a:pt x="336520" y="288221"/>
                      <a:pt x="323557" y="295422"/>
                    </a:cubicBezTo>
                    <a:cubicBezTo>
                      <a:pt x="293998" y="311844"/>
                      <a:pt x="263061" y="327782"/>
                      <a:pt x="239151" y="351692"/>
                    </a:cubicBezTo>
                    <a:lnTo>
                      <a:pt x="182880" y="407963"/>
                    </a:lnTo>
                    <a:cubicBezTo>
                      <a:pt x="178191" y="445477"/>
                      <a:pt x="168812" y="482699"/>
                      <a:pt x="168812" y="520505"/>
                    </a:cubicBezTo>
                    <a:cubicBezTo>
                      <a:pt x="168812" y="685956"/>
                      <a:pt x="161909" y="749561"/>
                      <a:pt x="196948" y="872197"/>
                    </a:cubicBezTo>
                    <a:cubicBezTo>
                      <a:pt x="201022" y="886455"/>
                      <a:pt x="206327" y="900332"/>
                      <a:pt x="211016" y="914400"/>
                    </a:cubicBezTo>
                    <a:cubicBezTo>
                      <a:pt x="209521" y="941315"/>
                      <a:pt x="218693" y="1177202"/>
                      <a:pt x="168812" y="1252025"/>
                    </a:cubicBezTo>
                    <a:cubicBezTo>
                      <a:pt x="159434" y="1266093"/>
                      <a:pt x="151501" y="1281240"/>
                      <a:pt x="140677" y="1294228"/>
                    </a:cubicBezTo>
                    <a:cubicBezTo>
                      <a:pt x="127941" y="1309512"/>
                      <a:pt x="110175" y="1320341"/>
                      <a:pt x="98474" y="1336431"/>
                    </a:cubicBezTo>
                    <a:cubicBezTo>
                      <a:pt x="48252" y="1405486"/>
                      <a:pt x="32748" y="1425796"/>
                      <a:pt x="14068" y="1491175"/>
                    </a:cubicBezTo>
                    <a:cubicBezTo>
                      <a:pt x="8756" y="1509765"/>
                      <a:pt x="4689" y="1528689"/>
                      <a:pt x="0" y="1547446"/>
                    </a:cubicBezTo>
                    <a:cubicBezTo>
                      <a:pt x="22499" y="1862426"/>
                      <a:pt x="-8407" y="1658695"/>
                      <a:pt x="28136" y="1786597"/>
                    </a:cubicBezTo>
                    <a:cubicBezTo>
                      <a:pt x="34148" y="1807638"/>
                      <a:pt x="45025" y="1862579"/>
                      <a:pt x="56271" y="1885071"/>
                    </a:cubicBezTo>
                    <a:cubicBezTo>
                      <a:pt x="82360" y="1937248"/>
                      <a:pt x="79827" y="1916152"/>
                      <a:pt x="112542" y="1955409"/>
                    </a:cubicBezTo>
                    <a:cubicBezTo>
                      <a:pt x="127552" y="1973421"/>
                      <a:pt x="137396" y="1995908"/>
                      <a:pt x="154745" y="2011680"/>
                    </a:cubicBezTo>
                    <a:cubicBezTo>
                      <a:pt x="189442" y="2043223"/>
                      <a:pt x="239151" y="2058572"/>
                      <a:pt x="267286" y="2096086"/>
                    </a:cubicBezTo>
                    <a:cubicBezTo>
                      <a:pt x="358533" y="2217749"/>
                      <a:pt x="261930" y="2101950"/>
                      <a:pt x="351692" y="2180492"/>
                    </a:cubicBezTo>
                    <a:cubicBezTo>
                      <a:pt x="376646" y="2202327"/>
                      <a:pt x="394442" y="2232438"/>
                      <a:pt x="422031" y="2250831"/>
                    </a:cubicBezTo>
                    <a:cubicBezTo>
                      <a:pt x="450166" y="2269588"/>
                      <a:pt x="479745" y="2286342"/>
                      <a:pt x="506437" y="2307102"/>
                    </a:cubicBezTo>
                    <a:cubicBezTo>
                      <a:pt x="585836" y="2368857"/>
                      <a:pt x="506477" y="2338765"/>
                      <a:pt x="604911" y="2363372"/>
                    </a:cubicBezTo>
                    <a:cubicBezTo>
                      <a:pt x="614289" y="2372751"/>
                      <a:pt x="621183" y="2385577"/>
                      <a:pt x="633046" y="2391508"/>
                    </a:cubicBezTo>
                    <a:cubicBezTo>
                      <a:pt x="650339" y="2400155"/>
                      <a:pt x="670727" y="2400264"/>
                      <a:pt x="689317" y="2405575"/>
                    </a:cubicBezTo>
                    <a:cubicBezTo>
                      <a:pt x="703575" y="2409649"/>
                      <a:pt x="717262" y="2415569"/>
                      <a:pt x="731520" y="2419643"/>
                    </a:cubicBezTo>
                    <a:cubicBezTo>
                      <a:pt x="750110" y="2424955"/>
                      <a:pt x="769272" y="2428155"/>
                      <a:pt x="787791" y="2433711"/>
                    </a:cubicBezTo>
                    <a:cubicBezTo>
                      <a:pt x="816197" y="2442233"/>
                      <a:pt x="872197" y="2461846"/>
                      <a:pt x="872197" y="2461846"/>
                    </a:cubicBezTo>
                    <a:cubicBezTo>
                      <a:pt x="1032984" y="2456974"/>
                      <a:pt x="1235179" y="2476610"/>
                      <a:pt x="1406769" y="2433711"/>
                    </a:cubicBezTo>
                    <a:cubicBezTo>
                      <a:pt x="1421155" y="2430114"/>
                      <a:pt x="1435709" y="2426275"/>
                      <a:pt x="1448972" y="2419643"/>
                    </a:cubicBezTo>
                    <a:cubicBezTo>
                      <a:pt x="1495505" y="2396377"/>
                      <a:pt x="1524838" y="2357845"/>
                      <a:pt x="1561514" y="2321169"/>
                    </a:cubicBezTo>
                    <a:lnTo>
                      <a:pt x="1603717" y="2278966"/>
                    </a:lnTo>
                    <a:cubicBezTo>
                      <a:pt x="1617785" y="2264898"/>
                      <a:pt x="1629367" y="2247798"/>
                      <a:pt x="1645920" y="2236763"/>
                    </a:cubicBezTo>
                    <a:cubicBezTo>
                      <a:pt x="1659988" y="2227385"/>
                      <a:pt x="1674921" y="2219190"/>
                      <a:pt x="1688123" y="2208628"/>
                    </a:cubicBezTo>
                    <a:cubicBezTo>
                      <a:pt x="1757732" y="2152941"/>
                      <a:pt x="1671275" y="2211408"/>
                      <a:pt x="1744394" y="2138289"/>
                    </a:cubicBezTo>
                    <a:cubicBezTo>
                      <a:pt x="1778658" y="2104025"/>
                      <a:pt x="1797670" y="2109000"/>
                      <a:pt x="1842868" y="2096086"/>
                    </a:cubicBezTo>
                    <a:cubicBezTo>
                      <a:pt x="1857126" y="2092012"/>
                      <a:pt x="1871003" y="2086708"/>
                      <a:pt x="1885071" y="2082019"/>
                    </a:cubicBezTo>
                    <a:cubicBezTo>
                      <a:pt x="1982376" y="2092830"/>
                      <a:pt x="2016430" y="2129975"/>
                      <a:pt x="2067951" y="2039815"/>
                    </a:cubicBezTo>
                    <a:cubicBezTo>
                      <a:pt x="2093008" y="1995965"/>
                      <a:pt x="2124222" y="1899139"/>
                      <a:pt x="2124222" y="1899139"/>
                    </a:cubicBezTo>
                    <a:cubicBezTo>
                      <a:pt x="2133600" y="1852247"/>
                      <a:pt x="2137235" y="1803829"/>
                      <a:pt x="2152357" y="1758462"/>
                    </a:cubicBezTo>
                    <a:lnTo>
                      <a:pt x="2180492" y="1674055"/>
                    </a:lnTo>
                    <a:cubicBezTo>
                      <a:pt x="2185181" y="1659987"/>
                      <a:pt x="2190963" y="1646238"/>
                      <a:pt x="2194560" y="1631852"/>
                    </a:cubicBezTo>
                    <a:cubicBezTo>
                      <a:pt x="2238555" y="1455877"/>
                      <a:pt x="2182319" y="1674701"/>
                      <a:pt x="2222696" y="1533379"/>
                    </a:cubicBezTo>
                    <a:cubicBezTo>
                      <a:pt x="2228007" y="1514789"/>
                      <a:pt x="2231452" y="1495698"/>
                      <a:pt x="2236763" y="1477108"/>
                    </a:cubicBezTo>
                    <a:cubicBezTo>
                      <a:pt x="2277137" y="1335795"/>
                      <a:pt x="2220907" y="1554599"/>
                      <a:pt x="2264899" y="1378634"/>
                    </a:cubicBezTo>
                    <a:cubicBezTo>
                      <a:pt x="2269588" y="1341120"/>
                      <a:pt x="2278966" y="1303898"/>
                      <a:pt x="2278966" y="1266092"/>
                    </a:cubicBezTo>
                    <a:cubicBezTo>
                      <a:pt x="2278966" y="1125337"/>
                      <a:pt x="2273414" y="984559"/>
                      <a:pt x="2264899" y="844062"/>
                    </a:cubicBezTo>
                    <a:cubicBezTo>
                      <a:pt x="2262096" y="797807"/>
                      <a:pt x="2247489" y="804715"/>
                      <a:pt x="2222696" y="773723"/>
                    </a:cubicBezTo>
                    <a:cubicBezTo>
                      <a:pt x="2174373" y="713319"/>
                      <a:pt x="2202081" y="708398"/>
                      <a:pt x="2110154" y="647114"/>
                    </a:cubicBezTo>
                    <a:cubicBezTo>
                      <a:pt x="2096086" y="637736"/>
                      <a:pt x="2080788" y="629982"/>
                      <a:pt x="2067951" y="618979"/>
                    </a:cubicBezTo>
                    <a:cubicBezTo>
                      <a:pt x="1982988" y="546153"/>
                      <a:pt x="2047023" y="574489"/>
                      <a:pt x="1969477" y="548640"/>
                    </a:cubicBezTo>
                    <a:cubicBezTo>
                      <a:pt x="1960099" y="534572"/>
                      <a:pt x="1953297" y="518392"/>
                      <a:pt x="1941342" y="506437"/>
                    </a:cubicBezTo>
                    <a:cubicBezTo>
                      <a:pt x="1929387" y="494482"/>
                      <a:pt x="1911863" y="489435"/>
                      <a:pt x="1899139" y="478302"/>
                    </a:cubicBezTo>
                    <a:cubicBezTo>
                      <a:pt x="1874185" y="456467"/>
                      <a:pt x="1852246" y="431409"/>
                      <a:pt x="1828800" y="407963"/>
                    </a:cubicBezTo>
                    <a:cubicBezTo>
                      <a:pt x="1814732" y="393895"/>
                      <a:pt x="1798534" y="381676"/>
                      <a:pt x="1786597" y="365760"/>
                    </a:cubicBezTo>
                    <a:cubicBezTo>
                      <a:pt x="1772529" y="347003"/>
                      <a:pt x="1757840" y="328697"/>
                      <a:pt x="1744394" y="309489"/>
                    </a:cubicBezTo>
                    <a:cubicBezTo>
                      <a:pt x="1725003" y="281787"/>
                      <a:pt x="1712033" y="248993"/>
                      <a:pt x="1688123" y="225083"/>
                    </a:cubicBezTo>
                    <a:cubicBezTo>
                      <a:pt x="1659988" y="196948"/>
                      <a:pt x="1627591" y="172509"/>
                      <a:pt x="1603717" y="140677"/>
                    </a:cubicBezTo>
                    <a:cubicBezTo>
                      <a:pt x="1549914" y="68939"/>
                      <a:pt x="1584260" y="90092"/>
                      <a:pt x="1505243" y="70339"/>
                    </a:cubicBezTo>
                    <a:cubicBezTo>
                      <a:pt x="1486486" y="60960"/>
                      <a:pt x="1468608" y="49567"/>
                      <a:pt x="1448972" y="42203"/>
                    </a:cubicBezTo>
                    <a:cubicBezTo>
                      <a:pt x="1400888" y="24171"/>
                      <a:pt x="1324160" y="20354"/>
                      <a:pt x="1280160" y="14068"/>
                    </a:cubicBezTo>
                    <a:cubicBezTo>
                      <a:pt x="1251923" y="10034"/>
                      <a:pt x="1223889" y="4689"/>
                      <a:pt x="1195754" y="0"/>
                    </a:cubicBezTo>
                    <a:cubicBezTo>
                      <a:pt x="1097280" y="4689"/>
                      <a:pt x="998215" y="2322"/>
                      <a:pt x="900332" y="14068"/>
                    </a:cubicBezTo>
                    <a:cubicBezTo>
                      <a:pt x="879511" y="16567"/>
                      <a:pt x="863697" y="34840"/>
                      <a:pt x="844062" y="42203"/>
                    </a:cubicBezTo>
                    <a:cubicBezTo>
                      <a:pt x="825959" y="48992"/>
                      <a:pt x="806381" y="50959"/>
                      <a:pt x="787791" y="56271"/>
                    </a:cubicBezTo>
                    <a:cubicBezTo>
                      <a:pt x="773533" y="60345"/>
                      <a:pt x="759656" y="65650"/>
                      <a:pt x="745588" y="70339"/>
                    </a:cubicBezTo>
                    <a:cubicBezTo>
                      <a:pt x="736209" y="79717"/>
                      <a:pt x="727809" y="90189"/>
                      <a:pt x="717452" y="98474"/>
                    </a:cubicBezTo>
                    <a:cubicBezTo>
                      <a:pt x="689160" y="121107"/>
                      <a:pt x="682283" y="138333"/>
                      <a:pt x="647114" y="154745"/>
                    </a:cubicBezTo>
                    <a:close/>
                  </a:path>
                </a:pathLst>
              </a:custGeom>
              <a:noFill/>
              <a:ln w="41275">
                <a:solidFill>
                  <a:srgbClr val="FA848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3123E771-4916-1C6E-878D-A192AE6D5BE0}"/>
                  </a:ext>
                </a:extLst>
              </p:cNvPr>
              <p:cNvSpPr/>
              <p:nvPr/>
            </p:nvSpPr>
            <p:spPr>
              <a:xfrm>
                <a:off x="7842470" y="3358531"/>
                <a:ext cx="1477108" cy="1919526"/>
              </a:xfrm>
              <a:custGeom>
                <a:avLst/>
                <a:gdLst>
                  <a:gd name="csX0" fmla="*/ 42203 w 1256087"/>
                  <a:gd name="csY0" fmla="*/ 1342965 h 1764996"/>
                  <a:gd name="csX1" fmla="*/ 14068 w 1256087"/>
                  <a:gd name="csY1" fmla="*/ 1230424 h 1764996"/>
                  <a:gd name="csX2" fmla="*/ 0 w 1256087"/>
                  <a:gd name="csY2" fmla="*/ 1160085 h 1764996"/>
                  <a:gd name="csX3" fmla="*/ 14068 w 1256087"/>
                  <a:gd name="csY3" fmla="*/ 738055 h 1764996"/>
                  <a:gd name="csX4" fmla="*/ 28135 w 1256087"/>
                  <a:gd name="csY4" fmla="*/ 695852 h 1764996"/>
                  <a:gd name="csX5" fmla="*/ 84406 w 1256087"/>
                  <a:gd name="csY5" fmla="*/ 611445 h 1764996"/>
                  <a:gd name="csX6" fmla="*/ 98474 w 1256087"/>
                  <a:gd name="csY6" fmla="*/ 484836 h 1764996"/>
                  <a:gd name="csX7" fmla="*/ 126609 w 1256087"/>
                  <a:gd name="csY7" fmla="*/ 231618 h 1764996"/>
                  <a:gd name="csX8" fmla="*/ 154745 w 1256087"/>
                  <a:gd name="csY8" fmla="*/ 147212 h 1764996"/>
                  <a:gd name="csX9" fmla="*/ 182880 w 1256087"/>
                  <a:gd name="csY9" fmla="*/ 119076 h 1764996"/>
                  <a:gd name="csX10" fmla="*/ 211015 w 1256087"/>
                  <a:gd name="csY10" fmla="*/ 76873 h 1764996"/>
                  <a:gd name="csX11" fmla="*/ 295421 w 1256087"/>
                  <a:gd name="csY11" fmla="*/ 34670 h 1764996"/>
                  <a:gd name="csX12" fmla="*/ 323557 w 1256087"/>
                  <a:gd name="csY12" fmla="*/ 6535 h 1764996"/>
                  <a:gd name="csX13" fmla="*/ 661181 w 1256087"/>
                  <a:gd name="csY13" fmla="*/ 34670 h 1764996"/>
                  <a:gd name="csX14" fmla="*/ 731520 w 1256087"/>
                  <a:gd name="csY14" fmla="*/ 119076 h 1764996"/>
                  <a:gd name="csX15" fmla="*/ 787791 w 1256087"/>
                  <a:gd name="csY15" fmla="*/ 175347 h 1764996"/>
                  <a:gd name="csX16" fmla="*/ 858129 w 1256087"/>
                  <a:gd name="csY16" fmla="*/ 259753 h 1764996"/>
                  <a:gd name="csX17" fmla="*/ 844061 w 1256087"/>
                  <a:gd name="csY17" fmla="*/ 358227 h 1764996"/>
                  <a:gd name="csX18" fmla="*/ 815926 w 1256087"/>
                  <a:gd name="csY18" fmla="*/ 400430 h 1764996"/>
                  <a:gd name="csX19" fmla="*/ 787791 w 1256087"/>
                  <a:gd name="csY19" fmla="*/ 498904 h 1764996"/>
                  <a:gd name="csX20" fmla="*/ 787791 w 1256087"/>
                  <a:gd name="csY20" fmla="*/ 780258 h 1764996"/>
                  <a:gd name="csX21" fmla="*/ 900332 w 1256087"/>
                  <a:gd name="csY21" fmla="*/ 878732 h 1764996"/>
                  <a:gd name="csX22" fmla="*/ 970671 w 1256087"/>
                  <a:gd name="csY22" fmla="*/ 935002 h 1764996"/>
                  <a:gd name="csX23" fmla="*/ 1083212 w 1256087"/>
                  <a:gd name="csY23" fmla="*/ 1019408 h 1764996"/>
                  <a:gd name="csX24" fmla="*/ 1125415 w 1256087"/>
                  <a:gd name="csY24" fmla="*/ 1047544 h 1764996"/>
                  <a:gd name="csX25" fmla="*/ 1209821 w 1256087"/>
                  <a:gd name="csY25" fmla="*/ 1103815 h 1764996"/>
                  <a:gd name="csX26" fmla="*/ 1237957 w 1256087"/>
                  <a:gd name="csY26" fmla="*/ 1131950 h 1764996"/>
                  <a:gd name="csX27" fmla="*/ 1237957 w 1256087"/>
                  <a:gd name="csY27" fmla="*/ 1385168 h 1764996"/>
                  <a:gd name="csX28" fmla="*/ 1083212 w 1256087"/>
                  <a:gd name="csY28" fmla="*/ 1483642 h 1764996"/>
                  <a:gd name="csX29" fmla="*/ 1041009 w 1256087"/>
                  <a:gd name="csY29" fmla="*/ 1497710 h 1764996"/>
                  <a:gd name="csX30" fmla="*/ 956603 w 1256087"/>
                  <a:gd name="csY30" fmla="*/ 1568048 h 1764996"/>
                  <a:gd name="csX31" fmla="*/ 900332 w 1256087"/>
                  <a:gd name="csY31" fmla="*/ 1624319 h 1764996"/>
                  <a:gd name="csX32" fmla="*/ 815926 w 1256087"/>
                  <a:gd name="csY32" fmla="*/ 1680590 h 1764996"/>
                  <a:gd name="csX33" fmla="*/ 773723 w 1256087"/>
                  <a:gd name="csY33" fmla="*/ 1722793 h 1764996"/>
                  <a:gd name="csX34" fmla="*/ 717452 w 1256087"/>
                  <a:gd name="csY34" fmla="*/ 1736861 h 1764996"/>
                  <a:gd name="csX35" fmla="*/ 661181 w 1256087"/>
                  <a:gd name="csY35" fmla="*/ 1764996 h 1764996"/>
                  <a:gd name="csX36" fmla="*/ 492369 w 1256087"/>
                  <a:gd name="csY36" fmla="*/ 1750928 h 1764996"/>
                  <a:gd name="csX37" fmla="*/ 407963 w 1256087"/>
                  <a:gd name="csY37" fmla="*/ 1694658 h 1764996"/>
                  <a:gd name="csX38" fmla="*/ 365760 w 1256087"/>
                  <a:gd name="csY38" fmla="*/ 1666522 h 1764996"/>
                  <a:gd name="csX39" fmla="*/ 281354 w 1256087"/>
                  <a:gd name="csY39" fmla="*/ 1652455 h 1764996"/>
                  <a:gd name="csX40" fmla="*/ 211015 w 1256087"/>
                  <a:gd name="csY40" fmla="*/ 1596184 h 1764996"/>
                  <a:gd name="csX41" fmla="*/ 168812 w 1256087"/>
                  <a:gd name="csY41" fmla="*/ 1525845 h 1764996"/>
                  <a:gd name="csX42" fmla="*/ 154745 w 1256087"/>
                  <a:gd name="csY42" fmla="*/ 1413304 h 1764996"/>
                  <a:gd name="csX43" fmla="*/ 98474 w 1256087"/>
                  <a:gd name="csY43" fmla="*/ 1342965 h 1764996"/>
                  <a:gd name="csX44" fmla="*/ 56271 w 1256087"/>
                  <a:gd name="csY44" fmla="*/ 1328898 h 1764996"/>
                  <a:gd name="csX45" fmla="*/ 42203 w 1256087"/>
                  <a:gd name="csY45" fmla="*/ 1342965 h 17649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</a:cxnLst>
                <a:rect l="l" t="t" r="r" b="b"/>
                <a:pathLst>
                  <a:path w="1256087" h="1764996">
                    <a:moveTo>
                      <a:pt x="42203" y="1342965"/>
                    </a:moveTo>
                    <a:cubicBezTo>
                      <a:pt x="35169" y="1326553"/>
                      <a:pt x="22763" y="1268102"/>
                      <a:pt x="14068" y="1230424"/>
                    </a:cubicBezTo>
                    <a:cubicBezTo>
                      <a:pt x="8691" y="1207126"/>
                      <a:pt x="0" y="1183996"/>
                      <a:pt x="0" y="1160085"/>
                    </a:cubicBezTo>
                    <a:cubicBezTo>
                      <a:pt x="0" y="1019330"/>
                      <a:pt x="5553" y="878552"/>
                      <a:pt x="14068" y="738055"/>
                    </a:cubicBezTo>
                    <a:cubicBezTo>
                      <a:pt x="14965" y="723254"/>
                      <a:pt x="20934" y="708815"/>
                      <a:pt x="28135" y="695852"/>
                    </a:cubicBezTo>
                    <a:cubicBezTo>
                      <a:pt x="44557" y="666292"/>
                      <a:pt x="84406" y="611445"/>
                      <a:pt x="84406" y="611445"/>
                    </a:cubicBezTo>
                    <a:cubicBezTo>
                      <a:pt x="89095" y="569242"/>
                      <a:pt x="94249" y="527088"/>
                      <a:pt x="98474" y="484836"/>
                    </a:cubicBezTo>
                    <a:cubicBezTo>
                      <a:pt x="102831" y="441261"/>
                      <a:pt x="113354" y="289056"/>
                      <a:pt x="126609" y="231618"/>
                    </a:cubicBezTo>
                    <a:cubicBezTo>
                      <a:pt x="133278" y="202720"/>
                      <a:pt x="133774" y="168183"/>
                      <a:pt x="154745" y="147212"/>
                    </a:cubicBezTo>
                    <a:cubicBezTo>
                      <a:pt x="164123" y="137833"/>
                      <a:pt x="174595" y="129433"/>
                      <a:pt x="182880" y="119076"/>
                    </a:cubicBezTo>
                    <a:cubicBezTo>
                      <a:pt x="193442" y="105874"/>
                      <a:pt x="199060" y="88828"/>
                      <a:pt x="211015" y="76873"/>
                    </a:cubicBezTo>
                    <a:cubicBezTo>
                      <a:pt x="238285" y="49603"/>
                      <a:pt x="261097" y="46111"/>
                      <a:pt x="295421" y="34670"/>
                    </a:cubicBezTo>
                    <a:cubicBezTo>
                      <a:pt x="304800" y="25292"/>
                      <a:pt x="310306" y="7111"/>
                      <a:pt x="323557" y="6535"/>
                    </a:cubicBezTo>
                    <a:cubicBezTo>
                      <a:pt x="558791" y="-3693"/>
                      <a:pt x="536733" y="-6814"/>
                      <a:pt x="661181" y="34670"/>
                    </a:cubicBezTo>
                    <a:cubicBezTo>
                      <a:pt x="807514" y="181000"/>
                      <a:pt x="614018" y="-18010"/>
                      <a:pt x="731520" y="119076"/>
                    </a:cubicBezTo>
                    <a:cubicBezTo>
                      <a:pt x="748783" y="139216"/>
                      <a:pt x="773077" y="153276"/>
                      <a:pt x="787791" y="175347"/>
                    </a:cubicBezTo>
                    <a:cubicBezTo>
                      <a:pt x="826961" y="234103"/>
                      <a:pt x="803971" y="205595"/>
                      <a:pt x="858129" y="259753"/>
                    </a:cubicBezTo>
                    <a:cubicBezTo>
                      <a:pt x="853440" y="292578"/>
                      <a:pt x="853589" y="326467"/>
                      <a:pt x="844061" y="358227"/>
                    </a:cubicBezTo>
                    <a:cubicBezTo>
                      <a:pt x="839203" y="374421"/>
                      <a:pt x="823487" y="385308"/>
                      <a:pt x="815926" y="400430"/>
                    </a:cubicBezTo>
                    <a:cubicBezTo>
                      <a:pt x="805833" y="420616"/>
                      <a:pt x="792299" y="480869"/>
                      <a:pt x="787791" y="498904"/>
                    </a:cubicBezTo>
                    <a:cubicBezTo>
                      <a:pt x="777924" y="607442"/>
                      <a:pt x="761407" y="674723"/>
                      <a:pt x="787791" y="780258"/>
                    </a:cubicBezTo>
                    <a:cubicBezTo>
                      <a:pt x="801077" y="833402"/>
                      <a:pt x="869070" y="847472"/>
                      <a:pt x="900332" y="878732"/>
                    </a:cubicBezTo>
                    <a:cubicBezTo>
                      <a:pt x="949707" y="928105"/>
                      <a:pt x="905599" y="887677"/>
                      <a:pt x="970671" y="935002"/>
                    </a:cubicBezTo>
                    <a:cubicBezTo>
                      <a:pt x="1008594" y="962583"/>
                      <a:pt x="1044196" y="993396"/>
                      <a:pt x="1083212" y="1019408"/>
                    </a:cubicBezTo>
                    <a:cubicBezTo>
                      <a:pt x="1097280" y="1028787"/>
                      <a:pt x="1112426" y="1036720"/>
                      <a:pt x="1125415" y="1047544"/>
                    </a:cubicBezTo>
                    <a:cubicBezTo>
                      <a:pt x="1195665" y="1106087"/>
                      <a:pt x="1135654" y="1079092"/>
                      <a:pt x="1209821" y="1103815"/>
                    </a:cubicBezTo>
                    <a:cubicBezTo>
                      <a:pt x="1219200" y="1113193"/>
                      <a:pt x="1231133" y="1120577"/>
                      <a:pt x="1237957" y="1131950"/>
                    </a:cubicBezTo>
                    <a:cubicBezTo>
                      <a:pt x="1276625" y="1196395"/>
                      <a:pt x="1242043" y="1371548"/>
                      <a:pt x="1237957" y="1385168"/>
                    </a:cubicBezTo>
                    <a:cubicBezTo>
                      <a:pt x="1217666" y="1452806"/>
                      <a:pt x="1135555" y="1466194"/>
                      <a:pt x="1083212" y="1483642"/>
                    </a:cubicBezTo>
                    <a:lnTo>
                      <a:pt x="1041009" y="1497710"/>
                    </a:lnTo>
                    <a:cubicBezTo>
                      <a:pt x="894665" y="1644054"/>
                      <a:pt x="1093702" y="1450535"/>
                      <a:pt x="956603" y="1568048"/>
                    </a:cubicBezTo>
                    <a:cubicBezTo>
                      <a:pt x="936463" y="1585311"/>
                      <a:pt x="922403" y="1609605"/>
                      <a:pt x="900332" y="1624319"/>
                    </a:cubicBezTo>
                    <a:cubicBezTo>
                      <a:pt x="872197" y="1643076"/>
                      <a:pt x="839836" y="1656680"/>
                      <a:pt x="815926" y="1680590"/>
                    </a:cubicBezTo>
                    <a:cubicBezTo>
                      <a:pt x="801858" y="1694658"/>
                      <a:pt x="790996" y="1712922"/>
                      <a:pt x="773723" y="1722793"/>
                    </a:cubicBezTo>
                    <a:cubicBezTo>
                      <a:pt x="756936" y="1732386"/>
                      <a:pt x="735555" y="1730072"/>
                      <a:pt x="717452" y="1736861"/>
                    </a:cubicBezTo>
                    <a:cubicBezTo>
                      <a:pt x="697816" y="1744224"/>
                      <a:pt x="679938" y="1755618"/>
                      <a:pt x="661181" y="1764996"/>
                    </a:cubicBezTo>
                    <a:cubicBezTo>
                      <a:pt x="604910" y="1760307"/>
                      <a:pt x="546775" y="1766041"/>
                      <a:pt x="492369" y="1750928"/>
                    </a:cubicBezTo>
                    <a:cubicBezTo>
                      <a:pt x="459788" y="1741878"/>
                      <a:pt x="436098" y="1713415"/>
                      <a:pt x="407963" y="1694658"/>
                    </a:cubicBezTo>
                    <a:cubicBezTo>
                      <a:pt x="393895" y="1685279"/>
                      <a:pt x="382437" y="1669301"/>
                      <a:pt x="365760" y="1666522"/>
                    </a:cubicBezTo>
                    <a:lnTo>
                      <a:pt x="281354" y="1652455"/>
                    </a:lnTo>
                    <a:cubicBezTo>
                      <a:pt x="262189" y="1639678"/>
                      <a:pt x="224377" y="1618454"/>
                      <a:pt x="211015" y="1596184"/>
                    </a:cubicBezTo>
                    <a:cubicBezTo>
                      <a:pt x="156227" y="1504871"/>
                      <a:pt x="240105" y="1597138"/>
                      <a:pt x="168812" y="1525845"/>
                    </a:cubicBezTo>
                    <a:cubicBezTo>
                      <a:pt x="164123" y="1488331"/>
                      <a:pt x="164692" y="1449777"/>
                      <a:pt x="154745" y="1413304"/>
                    </a:cubicBezTo>
                    <a:cubicBezTo>
                      <a:pt x="150995" y="1399555"/>
                      <a:pt x="113662" y="1352078"/>
                      <a:pt x="98474" y="1342965"/>
                    </a:cubicBezTo>
                    <a:cubicBezTo>
                      <a:pt x="85759" y="1335336"/>
                      <a:pt x="70039" y="1334405"/>
                      <a:pt x="56271" y="1328898"/>
                    </a:cubicBezTo>
                    <a:cubicBezTo>
                      <a:pt x="46535" y="1325004"/>
                      <a:pt x="49237" y="1359377"/>
                      <a:pt x="42203" y="1342965"/>
                    </a:cubicBezTo>
                    <a:close/>
                  </a:path>
                </a:pathLst>
              </a:custGeom>
              <a:noFill/>
              <a:ln w="412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F27E362-00A9-8B4F-8D76-EBF2B4AFC310}"/>
                  </a:ext>
                </a:extLst>
              </p:cNvPr>
              <p:cNvSpPr/>
              <p:nvPr/>
            </p:nvSpPr>
            <p:spPr>
              <a:xfrm>
                <a:off x="8913893" y="3136611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D59DF76-E2D0-3593-FB9D-C5B073490649}"/>
                  </a:ext>
                </a:extLst>
              </p:cNvPr>
              <p:cNvSpPr/>
              <p:nvPr/>
            </p:nvSpPr>
            <p:spPr>
              <a:xfrm>
                <a:off x="9315709" y="3552089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6C47019-F797-51EE-3B0C-124459FF0537}"/>
                  </a:ext>
                </a:extLst>
              </p:cNvPr>
              <p:cNvSpPr/>
              <p:nvPr/>
            </p:nvSpPr>
            <p:spPr>
              <a:xfrm>
                <a:off x="9561919" y="4148997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224B94E7-B13E-B0C9-4931-2E9E9351F563}"/>
                  </a:ext>
                </a:extLst>
              </p:cNvPr>
              <p:cNvSpPr/>
              <p:nvPr/>
            </p:nvSpPr>
            <p:spPr>
              <a:xfrm>
                <a:off x="9436881" y="4757848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6E14AC5E-FC60-9BFC-C8E7-148908E90F06}"/>
                  </a:ext>
                </a:extLst>
              </p:cNvPr>
              <p:cNvSpPr/>
              <p:nvPr/>
            </p:nvSpPr>
            <p:spPr>
              <a:xfrm>
                <a:off x="8913892" y="5228622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3A89B57-477E-C045-935C-A001BE36B29E}"/>
                  </a:ext>
                </a:extLst>
              </p:cNvPr>
              <p:cNvSpPr/>
              <p:nvPr/>
            </p:nvSpPr>
            <p:spPr>
              <a:xfrm>
                <a:off x="8210706" y="5433134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D431CB32-7CD0-7439-5480-C76EA37D1D5F}"/>
                  </a:ext>
                </a:extLst>
              </p:cNvPr>
              <p:cNvSpPr/>
              <p:nvPr/>
            </p:nvSpPr>
            <p:spPr>
              <a:xfrm>
                <a:off x="7600129" y="5137442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CA7B4961-D38F-2C81-0877-2221C10F7A1C}"/>
                  </a:ext>
                </a:extLst>
              </p:cNvPr>
              <p:cNvSpPr/>
              <p:nvPr/>
            </p:nvSpPr>
            <p:spPr>
              <a:xfrm>
                <a:off x="7342315" y="4379058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C83A6FB-D336-5B30-D1AF-040E68443636}"/>
                  </a:ext>
                </a:extLst>
              </p:cNvPr>
              <p:cNvSpPr/>
              <p:nvPr/>
            </p:nvSpPr>
            <p:spPr>
              <a:xfrm>
                <a:off x="7444204" y="3600910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D58EC2B2-32BA-6596-D2D7-076B734110CF}"/>
                  </a:ext>
                </a:extLst>
              </p:cNvPr>
              <p:cNvSpPr/>
              <p:nvPr/>
            </p:nvSpPr>
            <p:spPr>
              <a:xfrm>
                <a:off x="7913913" y="3106145"/>
                <a:ext cx="169297" cy="169297"/>
              </a:xfrm>
              <a:prstGeom prst="ellipse">
                <a:avLst/>
              </a:prstGeom>
              <a:solidFill>
                <a:srgbClr val="FA84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C827D1C-1D8D-8124-15FC-7BBFAF1FA313}"/>
                  </a:ext>
                </a:extLst>
              </p:cNvPr>
              <p:cNvSpPr/>
              <p:nvPr/>
            </p:nvSpPr>
            <p:spPr>
              <a:xfrm>
                <a:off x="8675566" y="4002022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3DF6A39-E3AF-DA9F-21CB-2B2CE47DD0C9}"/>
                  </a:ext>
                </a:extLst>
              </p:cNvPr>
              <p:cNvSpPr/>
              <p:nvPr/>
            </p:nvSpPr>
            <p:spPr>
              <a:xfrm>
                <a:off x="8667527" y="3458762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35A7B8DA-9212-98D7-A82C-9CB2A1A2067B}"/>
                  </a:ext>
                </a:extLst>
              </p:cNvPr>
              <p:cNvSpPr/>
              <p:nvPr/>
            </p:nvSpPr>
            <p:spPr>
              <a:xfrm>
                <a:off x="8058032" y="3312637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ECC2A27A-8713-F057-5284-2B61C2A5B253}"/>
                  </a:ext>
                </a:extLst>
              </p:cNvPr>
              <p:cNvSpPr/>
              <p:nvPr/>
            </p:nvSpPr>
            <p:spPr>
              <a:xfrm>
                <a:off x="7895706" y="3670602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0BA867C-B4AE-78A9-A449-C5736752E802}"/>
                  </a:ext>
                </a:extLst>
              </p:cNvPr>
              <p:cNvSpPr/>
              <p:nvPr/>
            </p:nvSpPr>
            <p:spPr>
              <a:xfrm>
                <a:off x="7769426" y="4278170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30423FF4-499C-A96A-2655-5F0995749D69}"/>
                  </a:ext>
                </a:extLst>
              </p:cNvPr>
              <p:cNvSpPr/>
              <p:nvPr/>
            </p:nvSpPr>
            <p:spPr>
              <a:xfrm>
                <a:off x="7911546" y="4799517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D77E5A9-844F-B4EF-9D48-AB9D87756041}"/>
                  </a:ext>
                </a:extLst>
              </p:cNvPr>
              <p:cNvSpPr/>
              <p:nvPr/>
            </p:nvSpPr>
            <p:spPr>
              <a:xfrm>
                <a:off x="8261996" y="5137441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4CCE8A7-DF1C-2C25-CCEF-E606E633A0F2}"/>
                  </a:ext>
                </a:extLst>
              </p:cNvPr>
              <p:cNvSpPr/>
              <p:nvPr/>
            </p:nvSpPr>
            <p:spPr>
              <a:xfrm>
                <a:off x="8790787" y="5007614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A49BD0FD-99D4-9DD4-C0AB-8A5D1786798F}"/>
                  </a:ext>
                </a:extLst>
              </p:cNvPr>
              <p:cNvSpPr/>
              <p:nvPr/>
            </p:nvSpPr>
            <p:spPr>
              <a:xfrm>
                <a:off x="9208932" y="4707061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A469FEB4-C9AB-F6BD-43F6-45D4265D5D6B}"/>
                  </a:ext>
                </a:extLst>
              </p:cNvPr>
              <p:cNvCxnSpPr>
                <a:stCxn id="85" idx="7"/>
                <a:endCxn id="76" idx="3"/>
              </p:cNvCxnSpPr>
              <p:nvPr/>
            </p:nvCxnSpPr>
            <p:spPr>
              <a:xfrm flipV="1">
                <a:off x="8820070" y="3696593"/>
                <a:ext cx="520432" cy="33022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B31740FF-436B-28E8-A690-433997DBD8E6}"/>
                  </a:ext>
                </a:extLst>
              </p:cNvPr>
              <p:cNvCxnSpPr>
                <a:cxnSpLocks/>
                <a:stCxn id="86" idx="7"/>
                <a:endCxn id="75" idx="3"/>
              </p:cNvCxnSpPr>
              <p:nvPr/>
            </p:nvCxnSpPr>
            <p:spPr>
              <a:xfrm flipV="1">
                <a:off x="8812031" y="3281115"/>
                <a:ext cx="126655" cy="2024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5B90D8C4-A0C4-4232-DE13-2378350B2897}"/>
                  </a:ext>
                </a:extLst>
              </p:cNvPr>
              <p:cNvCxnSpPr>
                <a:cxnSpLocks/>
                <a:stCxn id="87" idx="1"/>
                <a:endCxn id="84" idx="5"/>
              </p:cNvCxnSpPr>
              <p:nvPr/>
            </p:nvCxnSpPr>
            <p:spPr>
              <a:xfrm flipH="1" flipV="1">
                <a:off x="8058417" y="3250649"/>
                <a:ext cx="24408" cy="867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1227ABE4-38E0-8A7B-083D-C6591480CD40}"/>
                  </a:ext>
                </a:extLst>
              </p:cNvPr>
              <p:cNvCxnSpPr>
                <a:cxnSpLocks/>
                <a:stCxn id="83" idx="6"/>
                <a:endCxn id="88" idx="2"/>
              </p:cNvCxnSpPr>
              <p:nvPr/>
            </p:nvCxnSpPr>
            <p:spPr>
              <a:xfrm>
                <a:off x="7613501" y="3685559"/>
                <a:ext cx="282205" cy="6969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1FB0D3CA-8E7D-3BB0-EB13-5A9AAFD5A8CC}"/>
                  </a:ext>
                </a:extLst>
              </p:cNvPr>
              <p:cNvCxnSpPr>
                <a:cxnSpLocks/>
                <a:stCxn id="82" idx="6"/>
                <a:endCxn id="89" idx="2"/>
              </p:cNvCxnSpPr>
              <p:nvPr/>
            </p:nvCxnSpPr>
            <p:spPr>
              <a:xfrm flipV="1">
                <a:off x="7511612" y="4362819"/>
                <a:ext cx="257814" cy="1008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4ECB30C4-730B-1E9A-135E-59F30F0FCCF1}"/>
                  </a:ext>
                </a:extLst>
              </p:cNvPr>
              <p:cNvCxnSpPr>
                <a:cxnSpLocks/>
                <a:stCxn id="81" idx="7"/>
                <a:endCxn id="90" idx="3"/>
              </p:cNvCxnSpPr>
              <p:nvPr/>
            </p:nvCxnSpPr>
            <p:spPr>
              <a:xfrm flipV="1">
                <a:off x="7744633" y="4944021"/>
                <a:ext cx="191706" cy="218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9EADF112-246B-784A-3E01-FD05AC3B6A5B}"/>
                  </a:ext>
                </a:extLst>
              </p:cNvPr>
              <p:cNvCxnSpPr>
                <a:cxnSpLocks/>
                <a:stCxn id="80" idx="0"/>
                <a:endCxn id="91" idx="4"/>
              </p:cNvCxnSpPr>
              <p:nvPr/>
            </p:nvCxnSpPr>
            <p:spPr>
              <a:xfrm flipV="1">
                <a:off x="8295355" y="5306738"/>
                <a:ext cx="51290" cy="12639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F2DB376A-3250-28DE-D862-017E7FE0725D}"/>
                  </a:ext>
                </a:extLst>
              </p:cNvPr>
              <p:cNvCxnSpPr>
                <a:cxnSpLocks/>
                <a:stCxn id="79" idx="1"/>
                <a:endCxn id="92" idx="5"/>
              </p:cNvCxnSpPr>
              <p:nvPr/>
            </p:nvCxnSpPr>
            <p:spPr>
              <a:xfrm flipH="1" flipV="1">
                <a:off x="8935291" y="5152118"/>
                <a:ext cx="3394" cy="1012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286FF20-BAAC-707C-DFC0-BE64E1FCDF56}"/>
                  </a:ext>
                </a:extLst>
              </p:cNvPr>
              <p:cNvCxnSpPr>
                <a:cxnSpLocks/>
                <a:stCxn id="78" idx="2"/>
                <a:endCxn id="93" idx="6"/>
              </p:cNvCxnSpPr>
              <p:nvPr/>
            </p:nvCxnSpPr>
            <p:spPr>
              <a:xfrm flipH="1" flipV="1">
                <a:off x="9378229" y="4791710"/>
                <a:ext cx="58652" cy="507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30101227-E191-7B14-B5B7-4C6C1426BC3F}"/>
                  </a:ext>
                </a:extLst>
              </p:cNvPr>
              <p:cNvSpPr/>
              <p:nvPr/>
            </p:nvSpPr>
            <p:spPr>
              <a:xfrm>
                <a:off x="9001489" y="4338418"/>
                <a:ext cx="169297" cy="16929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B68EA95-C10D-B0DD-F306-8658120D63FD}"/>
                  </a:ext>
                </a:extLst>
              </p:cNvPr>
              <p:cNvCxnSpPr>
                <a:cxnSpLocks/>
                <a:stCxn id="123" idx="7"/>
                <a:endCxn id="77" idx="2"/>
              </p:cNvCxnSpPr>
              <p:nvPr/>
            </p:nvCxnSpPr>
            <p:spPr>
              <a:xfrm flipV="1">
                <a:off x="9145993" y="4233646"/>
                <a:ext cx="415926" cy="1295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0A95484-B0DA-0567-D3D0-A7771D67D0B4}"/>
                  </a:ext>
                </a:extLst>
              </p:cNvPr>
              <p:cNvSpPr txBox="1"/>
              <p:nvPr/>
            </p:nvSpPr>
            <p:spPr>
              <a:xfrm>
                <a:off x="8968560" y="3772007"/>
                <a:ext cx="357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/>
                  <a:t>d</a:t>
                </a:r>
                <a:endParaRPr lang="en-US" i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7531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39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Blackledge</dc:creator>
  <cp:lastModifiedBy>Matthew Blackledge</cp:lastModifiedBy>
  <cp:revision>2</cp:revision>
  <dcterms:created xsi:type="dcterms:W3CDTF">2026-02-18T12:52:05Z</dcterms:created>
  <dcterms:modified xsi:type="dcterms:W3CDTF">2026-02-23T00:38:01Z</dcterms:modified>
</cp:coreProperties>
</file>