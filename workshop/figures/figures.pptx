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84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>
        <p:scale>
          <a:sx n="201" d="100"/>
          <a:sy n="201" d="100"/>
        </p:scale>
        <p:origin x="-2096" y="-2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3CF1-88D6-1674-F8BD-42BA49A4F0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7C4EAE-DCE1-2FCC-693B-CCA78BD24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200AD-4654-255E-45D5-1EF70C4C1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CE7AA-658D-FE15-6437-7AF3612C2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994C2-950F-790F-6138-AE3E112F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62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0087C-0606-64A8-552A-82730B290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B495E-EA35-96FF-0A2D-8E11F0CFF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DA3A2-8DF8-0A83-2346-584D5070F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0509C-8C58-D1EE-1EA9-71C79B945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DC3AE-A7EF-BA95-A262-C55E8DA60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9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B1FD6-EC4B-812E-72C0-4DCDE294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90F60-B7B8-25B9-B08C-CD1EE309C7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7E31F-CC30-F10B-2659-860FD5B4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2C85B-8B64-D220-F9E6-0837EB877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A3C57-7878-6D21-30DB-924F6B8C7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78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C3D3C-6C43-F028-9D3E-39CF3A29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D72DB-F339-8FD3-E58C-BA4C706F8C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14587D-2F0E-667B-B8DD-A53AA8958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236A3D-E606-9949-F9DD-E3B91335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02496-E605-C38B-4DC9-EE233856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53AA7B-D2D3-A7E1-6986-FD331D72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09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5F4C4-9CF9-B67C-20CD-CC7676FEC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C81B89-C056-7F40-0AF9-E12DFFF60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C4889-44D2-2347-79F3-6D2C21306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9CA6B1-5707-489C-3DD0-CB0131EBA7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ED3C5E-9637-B6B0-9417-BE88D75F78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0120B3-E64C-5D16-ED33-A19A26A79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F96B9B-01C7-3ACA-3128-0D16D2E66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44DF10-7C8A-F771-51F9-9E53DAAB7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987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A8E70-8BE8-A7DD-9D88-F2C2649A8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083FC-D2F8-7516-B6FC-88B2816E3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CD50BB-D118-F19E-4EBD-2BAF1C855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E495F1-3F92-6910-0EB2-B6168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29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F25914-0B01-D50E-38B1-326DE2FE5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BEE895-BA47-07A3-8C1D-49DBF14DC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C8298-F3C7-D571-E27F-73A769304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6E06-6919-34D2-9A2D-3FAACAB3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981D3-7C60-0BEC-DB57-8FF126719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B88483-D062-79B0-5132-B4FE9992C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92EF3E-6D4A-3CBE-FA54-A6A6933BB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E4497B-24AF-06C5-7999-5AD710E3B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C1848-9330-98DF-6567-A6A96EA54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7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3D70D-3E30-FB0C-8D33-2076F95E9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82075A-0A58-E25F-AF36-B6436A0570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8ACF2F-4C18-9D91-3799-6B84BF96A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EBAE7-A387-A7F6-59DD-7C92F4C4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AF5F83-151D-8E37-8288-48F3B57AE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D00C09-13D6-374B-8948-127501A9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79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7B210-1097-8DA1-074A-C41C06A75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DA7CC-F42A-4ADE-2865-C9810E5759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CBC3C-61BF-317C-05A7-5936B0D69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76192-5400-43D3-A1C1-CF2836234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CB2FF-0C70-07D7-75C6-316B7F650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306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D27460-6CD3-D002-3709-0F92033363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9ED9-35BA-D7F3-2C63-366831BC35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B9CE5-CB36-5351-4E71-18EAA5AD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83A8E-2105-B0EA-BC81-B47A533CB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8FF5A-1A51-0468-E1C4-18526684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5CD086-C3DE-CADF-0B0C-CA23558BE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A24F7-8366-E08E-0E95-088F63850E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D936E-299C-A387-BD81-209CBDF9D8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7943D2-0C06-2845-8DCC-15A3A0AAB898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16A33-0E10-5E61-828B-DB7BE6F8A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B4BE7D-5C24-B911-C32A-79756796D1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A2EE1-43E6-A843-867C-2899538558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74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46E4DB4-03EE-751D-BA84-246AA8756120}"/>
              </a:ext>
            </a:extLst>
          </p:cNvPr>
          <p:cNvGrpSpPr/>
          <p:nvPr/>
        </p:nvGrpSpPr>
        <p:grpSpPr>
          <a:xfrm>
            <a:off x="2523281" y="2013995"/>
            <a:ext cx="4421530" cy="3125164"/>
            <a:chOff x="2523281" y="2013995"/>
            <a:chExt cx="4421530" cy="3125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29FBEBF-1BFD-6775-8465-3DC8EF7322B7}"/>
                </a:ext>
              </a:extLst>
            </p:cNvPr>
            <p:cNvSpPr/>
            <p:nvPr/>
          </p:nvSpPr>
          <p:spPr>
            <a:xfrm>
              <a:off x="2523281" y="2013995"/>
              <a:ext cx="2210765" cy="3125164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9409726-9C97-EF33-9FC9-9260433506A2}"/>
                </a:ext>
              </a:extLst>
            </p:cNvPr>
            <p:cNvSpPr/>
            <p:nvPr/>
          </p:nvSpPr>
          <p:spPr>
            <a:xfrm>
              <a:off x="4734046" y="2013995"/>
              <a:ext cx="2210765" cy="3125164"/>
            </a:xfrm>
            <a:prstGeom prst="rect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DBC03F-A048-58EF-7D9D-79D91A5CAA1B}"/>
                </a:ext>
              </a:extLst>
            </p:cNvPr>
            <p:cNvGrpSpPr/>
            <p:nvPr/>
          </p:nvGrpSpPr>
          <p:grpSpPr>
            <a:xfrm>
              <a:off x="3446361" y="2286000"/>
              <a:ext cx="2598518" cy="2575367"/>
              <a:chOff x="3446361" y="2286000"/>
              <a:chExt cx="2598518" cy="2575367"/>
            </a:xfrm>
          </p:grpSpPr>
          <p:sp>
            <p:nvSpPr>
              <p:cNvPr id="6" name="Chord 5">
                <a:extLst>
                  <a:ext uri="{FF2B5EF4-FFF2-40B4-BE49-F238E27FC236}">
                    <a16:creationId xmlns:a16="http://schemas.microsoft.com/office/drawing/2014/main" id="{6074539D-DEF7-6D26-0EB7-F581CB9AB380}"/>
                  </a:ext>
                </a:extLst>
              </p:cNvPr>
              <p:cNvSpPr/>
              <p:nvPr/>
            </p:nvSpPr>
            <p:spPr>
              <a:xfrm>
                <a:off x="3469512" y="2286000"/>
                <a:ext cx="2575367" cy="2575367"/>
              </a:xfrm>
              <a:prstGeom prst="chord">
                <a:avLst>
                  <a:gd name="adj1" fmla="val 5431826"/>
                  <a:gd name="adj2" fmla="val 16183907"/>
                </a:avLst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Chord 6">
                <a:extLst>
                  <a:ext uri="{FF2B5EF4-FFF2-40B4-BE49-F238E27FC236}">
                    <a16:creationId xmlns:a16="http://schemas.microsoft.com/office/drawing/2014/main" id="{2295841D-F8E1-2E6E-8F3F-EF70C154D35F}"/>
                  </a:ext>
                </a:extLst>
              </p:cNvPr>
              <p:cNvSpPr/>
              <p:nvPr/>
            </p:nvSpPr>
            <p:spPr>
              <a:xfrm flipH="1">
                <a:off x="3446361" y="2286000"/>
                <a:ext cx="2575367" cy="2575367"/>
              </a:xfrm>
              <a:prstGeom prst="chord">
                <a:avLst>
                  <a:gd name="adj1" fmla="val 5431826"/>
                  <a:gd name="adj2" fmla="val 16183907"/>
                </a:avLst>
              </a:prstGeom>
              <a:solidFill>
                <a:srgbClr val="FA848E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5CD21DF-F5FE-F5B7-7164-7614649C43B5}"/>
                </a:ext>
              </a:extLst>
            </p:cNvPr>
            <p:cNvGrpSpPr/>
            <p:nvPr/>
          </p:nvGrpSpPr>
          <p:grpSpPr>
            <a:xfrm>
              <a:off x="2686774" y="2040842"/>
              <a:ext cx="1908376" cy="2999530"/>
              <a:chOff x="2686774" y="2040842"/>
              <a:chExt cx="1908376" cy="299953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BED3663-1FDC-D759-4A00-7CB43781853B}"/>
                  </a:ext>
                </a:extLst>
              </p:cNvPr>
              <p:cNvSpPr/>
              <p:nvPr/>
            </p:nvSpPr>
            <p:spPr>
              <a:xfrm>
                <a:off x="2686774" y="3027021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397ACFD-3132-ECAB-5ED5-5E01E55CA24E}"/>
                  </a:ext>
                </a:extLst>
              </p:cNvPr>
              <p:cNvSpPr/>
              <p:nvPr/>
            </p:nvSpPr>
            <p:spPr>
              <a:xfrm>
                <a:off x="2920197" y="2525371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5D0D51B-FC14-9DA7-3BA8-30003ECBE043}"/>
                  </a:ext>
                </a:extLst>
              </p:cNvPr>
              <p:cNvSpPr/>
              <p:nvPr/>
            </p:nvSpPr>
            <p:spPr>
              <a:xfrm>
                <a:off x="3183279" y="2804771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674F0BC-8D5B-86CF-8B84-358AA31D0540}"/>
                  </a:ext>
                </a:extLst>
              </p:cNvPr>
              <p:cNvSpPr/>
              <p:nvPr/>
            </p:nvSpPr>
            <p:spPr>
              <a:xfrm>
                <a:off x="2927672" y="3578104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1A496EC-93E0-BF23-1476-0B1E21257663}"/>
                  </a:ext>
                </a:extLst>
              </p:cNvPr>
              <p:cNvSpPr/>
              <p:nvPr/>
            </p:nvSpPr>
            <p:spPr>
              <a:xfrm>
                <a:off x="3153860" y="3222504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5B6C36-9D32-A27E-C55A-D83C656F05C7}"/>
                  </a:ext>
                </a:extLst>
              </p:cNvPr>
              <p:cNvSpPr/>
              <p:nvPr/>
            </p:nvSpPr>
            <p:spPr>
              <a:xfrm>
                <a:off x="3469512" y="2386475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0058DAE-34D9-5B8C-A307-3F2562AA2F9A}"/>
                  </a:ext>
                </a:extLst>
              </p:cNvPr>
              <p:cNvSpPr/>
              <p:nvPr/>
            </p:nvSpPr>
            <p:spPr>
              <a:xfrm>
                <a:off x="3893435" y="2176121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F175A53-70FD-50D8-3E4F-F766D96711C4}"/>
                  </a:ext>
                </a:extLst>
              </p:cNvPr>
              <p:cNvSpPr/>
              <p:nvPr/>
            </p:nvSpPr>
            <p:spPr>
              <a:xfrm>
                <a:off x="2837245" y="2130787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ADB2EE5-F5FC-F9B6-E976-77624BEDF6C7}"/>
                  </a:ext>
                </a:extLst>
              </p:cNvPr>
              <p:cNvSpPr/>
              <p:nvPr/>
            </p:nvSpPr>
            <p:spPr>
              <a:xfrm>
                <a:off x="2698349" y="3916061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D47EAAA-B95A-F85D-D2C4-800A63E6043E}"/>
                  </a:ext>
                </a:extLst>
              </p:cNvPr>
              <p:cNvSpPr/>
              <p:nvPr/>
            </p:nvSpPr>
            <p:spPr>
              <a:xfrm>
                <a:off x="3147590" y="4013280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2F43D24-5E3D-AD63-D857-66F547868959}"/>
                  </a:ext>
                </a:extLst>
              </p:cNvPr>
              <p:cNvSpPr/>
              <p:nvPr/>
            </p:nvSpPr>
            <p:spPr>
              <a:xfrm>
                <a:off x="2873336" y="4289183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FA2B680-7D78-63B7-CB53-31861DA82817}"/>
                  </a:ext>
                </a:extLst>
              </p:cNvPr>
              <p:cNvSpPr/>
              <p:nvPr/>
            </p:nvSpPr>
            <p:spPr>
              <a:xfrm>
                <a:off x="3365338" y="4517783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15ED19A6-CEEA-0763-AB0E-A98C8598E37B}"/>
                  </a:ext>
                </a:extLst>
              </p:cNvPr>
              <p:cNvSpPr/>
              <p:nvPr/>
            </p:nvSpPr>
            <p:spPr>
              <a:xfrm>
                <a:off x="2756222" y="4742847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8034F16-A9E7-0819-D431-E749570076F4}"/>
                  </a:ext>
                </a:extLst>
              </p:cNvPr>
              <p:cNvSpPr/>
              <p:nvPr/>
            </p:nvSpPr>
            <p:spPr>
              <a:xfrm>
                <a:off x="3200722" y="4812295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E95CF6B1-3612-ABD3-2450-DAECD1B2B56E}"/>
                  </a:ext>
                </a:extLst>
              </p:cNvPr>
              <p:cNvSpPr/>
              <p:nvPr/>
            </p:nvSpPr>
            <p:spPr>
              <a:xfrm>
                <a:off x="3716198" y="4881743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EA220E49-F6C7-CC9A-46AE-FDDD9A5BC675}"/>
                  </a:ext>
                </a:extLst>
              </p:cNvPr>
              <p:cNvSpPr/>
              <p:nvPr/>
            </p:nvSpPr>
            <p:spPr>
              <a:xfrm>
                <a:off x="4249839" y="4901476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437D27E-7429-2C3F-55B2-1FAE88D7EA1F}"/>
                  </a:ext>
                </a:extLst>
              </p:cNvPr>
              <p:cNvSpPr/>
              <p:nvPr/>
            </p:nvSpPr>
            <p:spPr>
              <a:xfrm>
                <a:off x="4456254" y="2092165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1FA36C1-A3BD-05CE-AFE9-52493CB8FB84}"/>
                  </a:ext>
                </a:extLst>
              </p:cNvPr>
              <p:cNvSpPr/>
              <p:nvPr/>
            </p:nvSpPr>
            <p:spPr>
              <a:xfrm>
                <a:off x="3191720" y="2040842"/>
                <a:ext cx="138896" cy="138896"/>
              </a:xfrm>
              <a:prstGeom prst="ellipse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6A3ED37-B011-AD75-29A0-577266FF0951}"/>
                </a:ext>
              </a:extLst>
            </p:cNvPr>
            <p:cNvSpPr/>
            <p:nvPr/>
          </p:nvSpPr>
          <p:spPr>
            <a:xfrm flipH="1" flipV="1">
              <a:off x="6677144" y="3960270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457802E-CCB4-9093-BDBE-604864B67316}"/>
                </a:ext>
              </a:extLst>
            </p:cNvPr>
            <p:cNvSpPr/>
            <p:nvPr/>
          </p:nvSpPr>
          <p:spPr>
            <a:xfrm flipH="1" flipV="1">
              <a:off x="6443721" y="4461920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9A94469-B59D-E60D-46BC-147327C9CEB0}"/>
                </a:ext>
              </a:extLst>
            </p:cNvPr>
            <p:cNvSpPr/>
            <p:nvPr/>
          </p:nvSpPr>
          <p:spPr>
            <a:xfrm flipH="1" flipV="1">
              <a:off x="6180639" y="4182520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2FB122D-042D-9CE8-E7FD-09B0799220CD}"/>
                </a:ext>
              </a:extLst>
            </p:cNvPr>
            <p:cNvSpPr/>
            <p:nvPr/>
          </p:nvSpPr>
          <p:spPr>
            <a:xfrm flipH="1" flipV="1">
              <a:off x="6436246" y="3409187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AAEEB0E-0BC9-DD4A-E9F1-C118D1D8AA64}"/>
                </a:ext>
              </a:extLst>
            </p:cNvPr>
            <p:cNvSpPr/>
            <p:nvPr/>
          </p:nvSpPr>
          <p:spPr>
            <a:xfrm flipH="1" flipV="1">
              <a:off x="6210058" y="3764787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42AFA34-EA47-7A4E-76DD-5C40DF96EEB7}"/>
                </a:ext>
              </a:extLst>
            </p:cNvPr>
            <p:cNvSpPr/>
            <p:nvPr/>
          </p:nvSpPr>
          <p:spPr>
            <a:xfrm flipH="1" flipV="1">
              <a:off x="5894406" y="4600816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25B6BFA-79C5-15FC-D442-62A1AFE2F970}"/>
                </a:ext>
              </a:extLst>
            </p:cNvPr>
            <p:cNvSpPr/>
            <p:nvPr/>
          </p:nvSpPr>
          <p:spPr>
            <a:xfrm flipH="1" flipV="1">
              <a:off x="5470483" y="4811170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15675F32-4B1F-E873-6E70-71FDC47163B3}"/>
                </a:ext>
              </a:extLst>
            </p:cNvPr>
            <p:cNvSpPr/>
            <p:nvPr/>
          </p:nvSpPr>
          <p:spPr>
            <a:xfrm flipH="1" flipV="1">
              <a:off x="6526673" y="4856504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E254DEB-E604-E12B-275C-08FC3AF58844}"/>
                </a:ext>
              </a:extLst>
            </p:cNvPr>
            <p:cNvSpPr/>
            <p:nvPr/>
          </p:nvSpPr>
          <p:spPr>
            <a:xfrm flipH="1" flipV="1">
              <a:off x="6665569" y="3071230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C58A315-6527-0396-A24B-D2CF28F9F5D8}"/>
                </a:ext>
              </a:extLst>
            </p:cNvPr>
            <p:cNvSpPr/>
            <p:nvPr/>
          </p:nvSpPr>
          <p:spPr>
            <a:xfrm flipH="1" flipV="1">
              <a:off x="6216328" y="2974011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9FE704C-414B-9640-9355-F9B7F48BDAFA}"/>
                </a:ext>
              </a:extLst>
            </p:cNvPr>
            <p:cNvSpPr/>
            <p:nvPr/>
          </p:nvSpPr>
          <p:spPr>
            <a:xfrm flipH="1" flipV="1">
              <a:off x="6490582" y="2698108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EDAB69C1-1C96-0BAC-1067-011B9F2EF561}"/>
                </a:ext>
              </a:extLst>
            </p:cNvPr>
            <p:cNvSpPr/>
            <p:nvPr/>
          </p:nvSpPr>
          <p:spPr>
            <a:xfrm flipH="1" flipV="1">
              <a:off x="5998580" y="2469508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E7D5A44D-9417-928F-DED9-9D1B079E3E2C}"/>
                </a:ext>
              </a:extLst>
            </p:cNvPr>
            <p:cNvSpPr/>
            <p:nvPr/>
          </p:nvSpPr>
          <p:spPr>
            <a:xfrm flipH="1" flipV="1">
              <a:off x="6607696" y="2244444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2CF38CD-0B0E-AA63-DA41-5CE0D7C8743F}"/>
                </a:ext>
              </a:extLst>
            </p:cNvPr>
            <p:cNvSpPr/>
            <p:nvPr/>
          </p:nvSpPr>
          <p:spPr>
            <a:xfrm flipH="1" flipV="1">
              <a:off x="6163196" y="2174996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753A5F9-CCAA-3F07-7790-ACA6436E13CC}"/>
                </a:ext>
              </a:extLst>
            </p:cNvPr>
            <p:cNvSpPr/>
            <p:nvPr/>
          </p:nvSpPr>
          <p:spPr>
            <a:xfrm flipH="1" flipV="1">
              <a:off x="5647720" y="2105548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2352CC8-7F20-A8B9-6069-F91104810C01}"/>
                </a:ext>
              </a:extLst>
            </p:cNvPr>
            <p:cNvSpPr/>
            <p:nvPr/>
          </p:nvSpPr>
          <p:spPr>
            <a:xfrm flipH="1" flipV="1">
              <a:off x="5114079" y="2085815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1A4BA96-9F92-9186-CE73-D754350D460E}"/>
                </a:ext>
              </a:extLst>
            </p:cNvPr>
            <p:cNvSpPr/>
            <p:nvPr/>
          </p:nvSpPr>
          <p:spPr>
            <a:xfrm flipH="1" flipV="1">
              <a:off x="4907664" y="4895126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383A5AE-F30F-080D-9F08-57B0E68E6DEE}"/>
                </a:ext>
              </a:extLst>
            </p:cNvPr>
            <p:cNvSpPr/>
            <p:nvPr/>
          </p:nvSpPr>
          <p:spPr>
            <a:xfrm flipH="1" flipV="1">
              <a:off x="6172198" y="4946449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70DADFD-1288-F537-1D0D-C6C7035D67CD}"/>
                </a:ext>
              </a:extLst>
            </p:cNvPr>
            <p:cNvSpPr/>
            <p:nvPr/>
          </p:nvSpPr>
          <p:spPr>
            <a:xfrm>
              <a:off x="4874587" y="2455923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FB712BE-C37D-74F4-6AE1-6D9C018EF26A}"/>
                </a:ext>
              </a:extLst>
            </p:cNvPr>
            <p:cNvSpPr/>
            <p:nvPr/>
          </p:nvSpPr>
          <p:spPr>
            <a:xfrm>
              <a:off x="4852924" y="3222504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41D800C6-CE93-0C75-C9E7-AA0FEC4F9A1E}"/>
                </a:ext>
              </a:extLst>
            </p:cNvPr>
            <p:cNvSpPr/>
            <p:nvPr/>
          </p:nvSpPr>
          <p:spPr>
            <a:xfrm>
              <a:off x="5255148" y="2888125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AB69DC0A-8448-A0B5-A955-942242E8D703}"/>
                </a:ext>
              </a:extLst>
            </p:cNvPr>
            <p:cNvSpPr/>
            <p:nvPr/>
          </p:nvSpPr>
          <p:spPr>
            <a:xfrm>
              <a:off x="5054114" y="3874384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2BB898E-D078-61F6-EE4F-6880F62F9619}"/>
                </a:ext>
              </a:extLst>
            </p:cNvPr>
            <p:cNvSpPr/>
            <p:nvPr/>
          </p:nvSpPr>
          <p:spPr>
            <a:xfrm>
              <a:off x="5529320" y="3473692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255F167-DEB3-98A3-4FF3-B72BA16D977D}"/>
                </a:ext>
              </a:extLst>
            </p:cNvPr>
            <p:cNvSpPr/>
            <p:nvPr/>
          </p:nvSpPr>
          <p:spPr>
            <a:xfrm>
              <a:off x="5478924" y="4115322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1AB79338-588F-4844-BDF9-7014429F098E}"/>
                </a:ext>
              </a:extLst>
            </p:cNvPr>
            <p:cNvSpPr/>
            <p:nvPr/>
          </p:nvSpPr>
          <p:spPr>
            <a:xfrm>
              <a:off x="4289988" y="2559212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B117C840-F338-8AF8-F740-1F718A7BB155}"/>
                </a:ext>
              </a:extLst>
            </p:cNvPr>
            <p:cNvSpPr/>
            <p:nvPr/>
          </p:nvSpPr>
          <p:spPr>
            <a:xfrm>
              <a:off x="4437768" y="3001782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EC23B4F-8611-998F-F4E1-016414885738}"/>
                </a:ext>
              </a:extLst>
            </p:cNvPr>
            <p:cNvSpPr/>
            <p:nvPr/>
          </p:nvSpPr>
          <p:spPr>
            <a:xfrm>
              <a:off x="3878567" y="3043459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D1F86FC-7FDE-C570-BFCE-CB7B6A83DE97}"/>
                </a:ext>
              </a:extLst>
            </p:cNvPr>
            <p:cNvSpPr/>
            <p:nvPr/>
          </p:nvSpPr>
          <p:spPr>
            <a:xfrm>
              <a:off x="4180391" y="3395802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E4C4DEE-23FC-5244-FD98-0A4793DEEA6A}"/>
                </a:ext>
              </a:extLst>
            </p:cNvPr>
            <p:cNvSpPr/>
            <p:nvPr/>
          </p:nvSpPr>
          <p:spPr>
            <a:xfrm>
              <a:off x="3666121" y="3612588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E44C2F0-C44F-57C0-812B-AB1DF60DAE51}"/>
                </a:ext>
              </a:extLst>
            </p:cNvPr>
            <p:cNvSpPr/>
            <p:nvPr/>
          </p:nvSpPr>
          <p:spPr>
            <a:xfrm>
              <a:off x="4138189" y="3874384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070822F1-A091-1214-F4A1-853525196418}"/>
                </a:ext>
              </a:extLst>
            </p:cNvPr>
            <p:cNvSpPr/>
            <p:nvPr/>
          </p:nvSpPr>
          <p:spPr>
            <a:xfrm>
              <a:off x="4329054" y="4321416"/>
              <a:ext cx="138896" cy="138896"/>
            </a:xfrm>
            <a:prstGeom prst="ellipse">
              <a:avLst/>
            </a:prstGeom>
            <a:solidFill>
              <a:srgbClr val="FA84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5AF25832-349B-E6D2-6701-A0B8699DE22A}"/>
                </a:ext>
              </a:extLst>
            </p:cNvPr>
            <p:cNvSpPr/>
            <p:nvPr/>
          </p:nvSpPr>
          <p:spPr>
            <a:xfrm>
              <a:off x="4945205" y="4298427"/>
              <a:ext cx="138896" cy="138896"/>
            </a:xfrm>
            <a:prstGeom prst="ellipse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90C41DC-F3CC-4967-6CB5-EE35E756A3BD}"/>
                </a:ext>
              </a:extLst>
            </p:cNvPr>
            <p:cNvSpPr txBox="1"/>
            <p:nvPr/>
          </p:nvSpPr>
          <p:spPr>
            <a:xfrm>
              <a:off x="2558766" y="4730026"/>
              <a:ext cx="1005596" cy="369332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True +</a:t>
              </a:r>
              <a:r>
                <a:rPr lang="en-US" dirty="0" err="1"/>
                <a:t>ve</a:t>
              </a:r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432DD57-3BCF-3B3A-E2D2-6FECE513826D}"/>
                </a:ext>
              </a:extLst>
            </p:cNvPr>
            <p:cNvSpPr txBox="1"/>
            <p:nvPr/>
          </p:nvSpPr>
          <p:spPr>
            <a:xfrm>
              <a:off x="5951947" y="4730026"/>
              <a:ext cx="960712" cy="369332"/>
            </a:xfrm>
            <a:prstGeom prst="rect">
              <a:avLst/>
            </a:prstGeom>
            <a:solidFill>
              <a:srgbClr val="FA848E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dirty="0"/>
                <a:t>True -</a:t>
              </a:r>
              <a:r>
                <a:rPr lang="en-US" dirty="0" err="1"/>
                <a:t>ve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70E8E8-514C-E3C7-6BF4-8EA50BC4EBD9}"/>
                </a:ext>
              </a:extLst>
            </p:cNvPr>
            <p:cNvSpPr txBox="1"/>
            <p:nvPr/>
          </p:nvSpPr>
          <p:spPr>
            <a:xfrm>
              <a:off x="4858457" y="3408384"/>
              <a:ext cx="1007328" cy="338554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False +</a:t>
              </a:r>
              <a:r>
                <a:rPr lang="en-US" sz="1600" dirty="0" err="1"/>
                <a:t>ve</a:t>
              </a:r>
              <a:endParaRPr lang="en-US" sz="16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A3F95B0-F1C5-87A7-240A-0FC3F5A4F0EE}"/>
                </a:ext>
              </a:extLst>
            </p:cNvPr>
            <p:cNvSpPr txBox="1"/>
            <p:nvPr/>
          </p:nvSpPr>
          <p:spPr>
            <a:xfrm>
              <a:off x="3662954" y="3408384"/>
              <a:ext cx="968855" cy="338554"/>
            </a:xfrm>
            <a:prstGeom prst="rect">
              <a:avLst/>
            </a:prstGeom>
            <a:solidFill>
              <a:srgbClr val="FA848E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False -</a:t>
              </a:r>
              <a:r>
                <a:rPr lang="en-US" sz="1600" dirty="0" err="1"/>
                <a:t>ve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1551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12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1</cp:revision>
  <dcterms:created xsi:type="dcterms:W3CDTF">2026-02-18T12:52:05Z</dcterms:created>
  <dcterms:modified xsi:type="dcterms:W3CDTF">2026-02-18T13:11:45Z</dcterms:modified>
</cp:coreProperties>
</file>