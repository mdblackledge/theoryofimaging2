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534"/>
    <p:restoredTop sz="94685"/>
  </p:normalViewPr>
  <p:slideViewPr>
    <p:cSldViewPr snapToGrid="0">
      <p:cViewPr>
        <p:scale>
          <a:sx n="182" d="100"/>
          <a:sy n="182" d="100"/>
        </p:scale>
        <p:origin x="144" y="-3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B6D316-F873-D868-D487-013B0AE7AC5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21AD8BC-2FDC-7C00-4C62-BDC5BD2C844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77F33A0-B641-CAF1-D074-335BD86D80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0A351C-1360-2E49-BEFD-6C75C47AB96A}" type="datetimeFigureOut">
              <a:rPr lang="en-US" smtClean="0"/>
              <a:t>2/9/26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702B517-0104-9532-3CC5-A6885C18A4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D2EB819-C14E-9DC6-8087-EE48F89171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0E5964-06F5-DB40-8B66-F24291501B5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1130701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08BFB2-C1AB-1121-71AB-866158D95B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AFABEBC-E998-6564-E8C9-72940226B70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70D3F36-FA30-FBA7-A7E1-77058D3B29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0A351C-1360-2E49-BEFD-6C75C47AB96A}" type="datetimeFigureOut">
              <a:rPr lang="en-US" smtClean="0"/>
              <a:t>2/9/26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C1A774C-F48C-E857-5263-D70DED9A01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338EFC2-C825-A3E0-6AB5-7B475CC71B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0E5964-06F5-DB40-8B66-F24291501B5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6316442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B34CA3-C58F-9BB4-D8AE-2AA81885CC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F79FC3F-F037-6163-7B74-8ABEEEE1C96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BC9571B-0E87-A966-F376-D788C592AB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0A351C-1360-2E49-BEFD-6C75C47AB96A}" type="datetimeFigureOut">
              <a:rPr lang="en-US" smtClean="0"/>
              <a:t>2/9/26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9D06CB4-0576-1BCA-1947-695F3E45EA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806599B-D2F6-4A5B-13AF-FB91116B16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0E5964-06F5-DB40-8B66-F24291501B5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908313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9980D8-10A3-0BA6-68A9-603B97CFFF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E37C6C3-22EA-1741-B931-FA0BCB766D0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E5FBA8E-2315-6E4D-EBC0-F933BD5F070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7AE9A70-C296-40F6-5997-17AE86F757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0A351C-1360-2E49-BEFD-6C75C47AB96A}" type="datetimeFigureOut">
              <a:rPr lang="en-US" smtClean="0"/>
              <a:t>2/9/26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7F8F805-900B-C210-D832-9509884C0B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33C04A4-12D0-1BA0-871E-0ACF3F3B14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0E5964-06F5-DB40-8B66-F24291501B5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5832187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EFA283-21BF-1655-5126-991EE0A9C0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E9AD1A9-F10B-749F-ED5E-F6144E4733E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F7B95A1-E399-BDB5-317E-68ACC426050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7C364CB-D268-6FE8-55B2-B37F5536B8E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F067D16-552E-B14B-E50E-2AF56F634D2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4215CA7-5CCE-27B7-0536-E64DFF442E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0A351C-1360-2E49-BEFD-6C75C47AB96A}" type="datetimeFigureOut">
              <a:rPr lang="en-US" smtClean="0"/>
              <a:t>2/9/26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079312F-72AA-62C7-3285-4EF2976597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5845403-CFC1-5C9E-B46A-661A96834A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0E5964-06F5-DB40-8B66-F24291501B5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693223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11BBE5-F532-EF1C-34E5-C28387DF0D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1536C3A-FD14-CBE5-CB8C-552208748D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0A351C-1360-2E49-BEFD-6C75C47AB96A}" type="datetimeFigureOut">
              <a:rPr lang="en-US" smtClean="0"/>
              <a:t>2/9/26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5D8312C-BD92-D324-A43C-902A527CC3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CE1A1C0-2D77-3B9A-CA3D-B9233DDA61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0E5964-06F5-DB40-8B66-F24291501B5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8900659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64F30FC-FE0D-9C84-D014-EC83DA061D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0A351C-1360-2E49-BEFD-6C75C47AB96A}" type="datetimeFigureOut">
              <a:rPr lang="en-US" smtClean="0"/>
              <a:t>2/9/26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D24BEF8-37C8-BE7D-208A-ACD83D253A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3C69806-BF77-4EB9-B1AA-56D6E66ADD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0E5964-06F5-DB40-8B66-F24291501B5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799397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161C66-4BB5-0EB0-9662-F7369235A7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92C5013-3BBC-8C80-06BA-61A007ED145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698440D-4BF1-F65E-DBA8-BF19BD66274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6AEF969-4FCD-D3F3-048A-7021318F55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0A351C-1360-2E49-BEFD-6C75C47AB96A}" type="datetimeFigureOut">
              <a:rPr lang="en-US" smtClean="0"/>
              <a:t>2/9/26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F38CFF4-4A3F-CBCA-E248-371A2F3FAF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7EDCD36-7786-D933-11E4-6EBC0E95D1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0E5964-06F5-DB40-8B66-F24291501B5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9142087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C0D9B7-3916-50B3-8921-5764B322A0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E516EDE-3C18-EE6E-BBD3-6205C17EAFA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2F3664F-2FFD-605E-035F-1B6BD970A37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E393A25-190B-2158-4198-0584CB4223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0A351C-1360-2E49-BEFD-6C75C47AB96A}" type="datetimeFigureOut">
              <a:rPr lang="en-US" smtClean="0"/>
              <a:t>2/9/26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E6E6D8C-6D37-5C0A-1AC0-019BFF4A9F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36F170A-DCAD-3CF8-6789-00D5A10FCA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0E5964-06F5-DB40-8B66-F24291501B5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610222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05BE05-87DB-9836-7DE3-31A8394E37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C420F7A-3730-9B27-953E-65453BDA066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E402C42-C2C1-59FA-1A3C-05EA41AAF1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0A351C-1360-2E49-BEFD-6C75C47AB96A}" type="datetimeFigureOut">
              <a:rPr lang="en-US" smtClean="0"/>
              <a:t>2/9/26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C919468-A193-09F9-128E-FF620DF5F7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462EE82-3FFE-11F4-7992-3F7C163536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0E5964-06F5-DB40-8B66-F24291501B5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0228409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6DBC9BF-64E3-DF08-4415-851C41C9F3C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E3ACAA4-1D6D-01A7-86D8-07343BF64C8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83F3B1B-E6EC-FD25-4E43-2669A35607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0A351C-1360-2E49-BEFD-6C75C47AB96A}" type="datetimeFigureOut">
              <a:rPr lang="en-US" smtClean="0"/>
              <a:t>2/9/26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7F3F8A5-BB67-A59C-42E1-EC9C4E1209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27208A8-2695-D6EF-98D9-635F5E155E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0E5964-06F5-DB40-8B66-F24291501B5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9718823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13D03DE-8A06-1098-906C-CDEC99223B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B9D751D-78E4-8D44-D8ED-5B54707BB16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E036100-60BE-E286-60F3-0980E838C15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20A351C-1360-2E49-BEFD-6C75C47AB96A}" type="datetimeFigureOut">
              <a:rPr lang="en-US" smtClean="0"/>
              <a:t>2/9/26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1BF8D0F-EC85-90B9-C29B-D9A0A1AAA0C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66DE970-8F33-8864-A8E9-A585B343956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80E5964-06F5-DB40-8B66-F24291501B5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4202133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.png"/><Relationship Id="rId13" Type="http://schemas.openxmlformats.org/officeDocument/2006/relationships/image" Target="../media/image23.png"/><Relationship Id="rId3" Type="http://schemas.openxmlformats.org/officeDocument/2006/relationships/image" Target="../media/image13.png"/><Relationship Id="rId7" Type="http://schemas.openxmlformats.org/officeDocument/2006/relationships/image" Target="../media/image17.png"/><Relationship Id="rId12" Type="http://schemas.openxmlformats.org/officeDocument/2006/relationships/image" Target="../media/image22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6.png"/><Relationship Id="rId11" Type="http://schemas.openxmlformats.org/officeDocument/2006/relationships/image" Target="../media/image21.png"/><Relationship Id="rId5" Type="http://schemas.openxmlformats.org/officeDocument/2006/relationships/image" Target="../media/image15.png"/><Relationship Id="rId15" Type="http://schemas.openxmlformats.org/officeDocument/2006/relationships/image" Target="../media/image25.png"/><Relationship Id="rId10" Type="http://schemas.openxmlformats.org/officeDocument/2006/relationships/image" Target="../media/image20.png"/><Relationship Id="rId4" Type="http://schemas.openxmlformats.org/officeDocument/2006/relationships/image" Target="../media/image14.png"/><Relationship Id="rId9" Type="http://schemas.openxmlformats.org/officeDocument/2006/relationships/image" Target="../media/image19.png"/><Relationship Id="rId14" Type="http://schemas.openxmlformats.org/officeDocument/2006/relationships/image" Target="../media/image2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10" name="Group 309">
            <a:extLst>
              <a:ext uri="{FF2B5EF4-FFF2-40B4-BE49-F238E27FC236}">
                <a16:creationId xmlns:a16="http://schemas.microsoft.com/office/drawing/2014/main" id="{1950ED85-015B-59E1-831A-C839B4CAE815}"/>
              </a:ext>
            </a:extLst>
          </p:cNvPr>
          <p:cNvGrpSpPr/>
          <p:nvPr/>
        </p:nvGrpSpPr>
        <p:grpSpPr>
          <a:xfrm>
            <a:off x="609600" y="445477"/>
            <a:ext cx="6518031" cy="5205046"/>
            <a:chOff x="609600" y="445477"/>
            <a:chExt cx="6518031" cy="5205046"/>
          </a:xfrm>
        </p:grpSpPr>
        <p:sp>
          <p:nvSpPr>
            <p:cNvPr id="306" name="Rectangle 305">
              <a:extLst>
                <a:ext uri="{FF2B5EF4-FFF2-40B4-BE49-F238E27FC236}">
                  <a16:creationId xmlns:a16="http://schemas.microsoft.com/office/drawing/2014/main" id="{4B9389CB-7E48-70D1-63B9-885C31C8C49F}"/>
                </a:ext>
              </a:extLst>
            </p:cNvPr>
            <p:cNvSpPr/>
            <p:nvPr/>
          </p:nvSpPr>
          <p:spPr>
            <a:xfrm>
              <a:off x="609600" y="445477"/>
              <a:ext cx="6518031" cy="5205046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305" name="Group 304">
              <a:extLst>
                <a:ext uri="{FF2B5EF4-FFF2-40B4-BE49-F238E27FC236}">
                  <a16:creationId xmlns:a16="http://schemas.microsoft.com/office/drawing/2014/main" id="{842A6700-A6DD-F5D4-BD67-F2084CE1FAA4}"/>
                </a:ext>
              </a:extLst>
            </p:cNvPr>
            <p:cNvGrpSpPr/>
            <p:nvPr/>
          </p:nvGrpSpPr>
          <p:grpSpPr>
            <a:xfrm>
              <a:off x="835197" y="539955"/>
              <a:ext cx="6085633" cy="4036397"/>
              <a:chOff x="835197" y="539955"/>
              <a:chExt cx="6085633" cy="4036397"/>
            </a:xfrm>
          </p:grpSpPr>
          <p:sp>
            <p:nvSpPr>
              <p:cNvPr id="4" name="Oval 3">
                <a:extLst>
                  <a:ext uri="{FF2B5EF4-FFF2-40B4-BE49-F238E27FC236}">
                    <a16:creationId xmlns:a16="http://schemas.microsoft.com/office/drawing/2014/main" id="{3E853643-7174-5F44-F39E-F0B8CBF69919}"/>
                  </a:ext>
                </a:extLst>
              </p:cNvPr>
              <p:cNvSpPr/>
              <p:nvPr/>
            </p:nvSpPr>
            <p:spPr>
              <a:xfrm>
                <a:off x="1343378" y="1591733"/>
                <a:ext cx="259645" cy="259645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" name="Oval 4">
                <a:extLst>
                  <a:ext uri="{FF2B5EF4-FFF2-40B4-BE49-F238E27FC236}">
                    <a16:creationId xmlns:a16="http://schemas.microsoft.com/office/drawing/2014/main" id="{9D7FF0BF-CC94-0B2E-FDBD-04D12DF47AA3}"/>
                  </a:ext>
                </a:extLst>
              </p:cNvPr>
              <p:cNvSpPr/>
              <p:nvPr/>
            </p:nvSpPr>
            <p:spPr>
              <a:xfrm>
                <a:off x="1343378" y="2015066"/>
                <a:ext cx="259645" cy="259645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" name="Oval 5">
                <a:extLst>
                  <a:ext uri="{FF2B5EF4-FFF2-40B4-BE49-F238E27FC236}">
                    <a16:creationId xmlns:a16="http://schemas.microsoft.com/office/drawing/2014/main" id="{8B3CD012-B9CD-D048-9AAE-A919AE54B232}"/>
                  </a:ext>
                </a:extLst>
              </p:cNvPr>
              <p:cNvSpPr/>
              <p:nvPr/>
            </p:nvSpPr>
            <p:spPr>
              <a:xfrm>
                <a:off x="1343377" y="2438399"/>
                <a:ext cx="259645" cy="259645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" name="Oval 6">
                <a:extLst>
                  <a:ext uri="{FF2B5EF4-FFF2-40B4-BE49-F238E27FC236}">
                    <a16:creationId xmlns:a16="http://schemas.microsoft.com/office/drawing/2014/main" id="{331AC0F9-F8A2-5DCA-D735-B21E53505221}"/>
                  </a:ext>
                </a:extLst>
              </p:cNvPr>
              <p:cNvSpPr/>
              <p:nvPr/>
            </p:nvSpPr>
            <p:spPr>
              <a:xfrm>
                <a:off x="1343377" y="2861732"/>
                <a:ext cx="259645" cy="259645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" name="Oval 9">
                <a:extLst>
                  <a:ext uri="{FF2B5EF4-FFF2-40B4-BE49-F238E27FC236}">
                    <a16:creationId xmlns:a16="http://schemas.microsoft.com/office/drawing/2014/main" id="{A75946BD-FE62-39AF-7DC0-4D6683D7B219}"/>
                  </a:ext>
                </a:extLst>
              </p:cNvPr>
              <p:cNvSpPr/>
              <p:nvPr/>
            </p:nvSpPr>
            <p:spPr>
              <a:xfrm>
                <a:off x="2534356" y="1168400"/>
                <a:ext cx="259645" cy="259645"/>
              </a:xfrm>
              <a:prstGeom prst="ellipse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" name="Oval 10">
                <a:extLst>
                  <a:ext uri="{FF2B5EF4-FFF2-40B4-BE49-F238E27FC236}">
                    <a16:creationId xmlns:a16="http://schemas.microsoft.com/office/drawing/2014/main" id="{90D1E32F-330A-BD2C-5D3D-0557068B0981}"/>
                  </a:ext>
                </a:extLst>
              </p:cNvPr>
              <p:cNvSpPr/>
              <p:nvPr/>
            </p:nvSpPr>
            <p:spPr>
              <a:xfrm>
                <a:off x="2534356" y="1591733"/>
                <a:ext cx="259645" cy="259645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" name="Oval 11">
                <a:extLst>
                  <a:ext uri="{FF2B5EF4-FFF2-40B4-BE49-F238E27FC236}">
                    <a16:creationId xmlns:a16="http://schemas.microsoft.com/office/drawing/2014/main" id="{2B0B91AA-0939-66D4-E0BF-89DBFA10BC05}"/>
                  </a:ext>
                </a:extLst>
              </p:cNvPr>
              <p:cNvSpPr/>
              <p:nvPr/>
            </p:nvSpPr>
            <p:spPr>
              <a:xfrm>
                <a:off x="2534355" y="2015066"/>
                <a:ext cx="259645" cy="259645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" name="Oval 12">
                <a:extLst>
                  <a:ext uri="{FF2B5EF4-FFF2-40B4-BE49-F238E27FC236}">
                    <a16:creationId xmlns:a16="http://schemas.microsoft.com/office/drawing/2014/main" id="{D2619B29-D78B-D4C5-F66F-DED93C7D701A}"/>
                  </a:ext>
                </a:extLst>
              </p:cNvPr>
              <p:cNvSpPr/>
              <p:nvPr/>
            </p:nvSpPr>
            <p:spPr>
              <a:xfrm>
                <a:off x="2534355" y="2438399"/>
                <a:ext cx="259645" cy="259645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" name="Oval 13">
                <a:extLst>
                  <a:ext uri="{FF2B5EF4-FFF2-40B4-BE49-F238E27FC236}">
                    <a16:creationId xmlns:a16="http://schemas.microsoft.com/office/drawing/2014/main" id="{94221A07-D1CE-DC18-5B70-47BBF49B5DF8}"/>
                  </a:ext>
                </a:extLst>
              </p:cNvPr>
              <p:cNvSpPr/>
              <p:nvPr/>
            </p:nvSpPr>
            <p:spPr>
              <a:xfrm>
                <a:off x="2534355" y="2861732"/>
                <a:ext cx="259645" cy="259645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" name="Oval 14">
                <a:extLst>
                  <a:ext uri="{FF2B5EF4-FFF2-40B4-BE49-F238E27FC236}">
                    <a16:creationId xmlns:a16="http://schemas.microsoft.com/office/drawing/2014/main" id="{F0E21393-C6E5-5731-41DC-DA7C6382158F}"/>
                  </a:ext>
                </a:extLst>
              </p:cNvPr>
              <p:cNvSpPr/>
              <p:nvPr/>
            </p:nvSpPr>
            <p:spPr>
              <a:xfrm>
                <a:off x="2534355" y="3285065"/>
                <a:ext cx="259645" cy="259645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" name="Oval 15">
                <a:extLst>
                  <a:ext uri="{FF2B5EF4-FFF2-40B4-BE49-F238E27FC236}">
                    <a16:creationId xmlns:a16="http://schemas.microsoft.com/office/drawing/2014/main" id="{612DC84C-4573-777C-E832-F9755EF0DC46}"/>
                  </a:ext>
                </a:extLst>
              </p:cNvPr>
              <p:cNvSpPr/>
              <p:nvPr/>
            </p:nvSpPr>
            <p:spPr>
              <a:xfrm>
                <a:off x="3635021" y="2015066"/>
                <a:ext cx="259645" cy="259645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7" name="Oval 16">
                <a:extLst>
                  <a:ext uri="{FF2B5EF4-FFF2-40B4-BE49-F238E27FC236}">
                    <a16:creationId xmlns:a16="http://schemas.microsoft.com/office/drawing/2014/main" id="{C87C53F8-A57D-51B5-80FC-122C7A176905}"/>
                  </a:ext>
                </a:extLst>
              </p:cNvPr>
              <p:cNvSpPr/>
              <p:nvPr/>
            </p:nvSpPr>
            <p:spPr>
              <a:xfrm>
                <a:off x="3635021" y="2438399"/>
                <a:ext cx="259645" cy="259645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34" name="Straight Connector 33">
                <a:extLst>
                  <a:ext uri="{FF2B5EF4-FFF2-40B4-BE49-F238E27FC236}">
                    <a16:creationId xmlns:a16="http://schemas.microsoft.com/office/drawing/2014/main" id="{BBD39808-E520-8D4C-C4F0-AE0739658788}"/>
                  </a:ext>
                </a:extLst>
              </p:cNvPr>
              <p:cNvCxnSpPr>
                <a:cxnSpLocks/>
                <a:stCxn id="4" idx="6"/>
                <a:endCxn id="10" idx="2"/>
              </p:cNvCxnSpPr>
              <p:nvPr/>
            </p:nvCxnSpPr>
            <p:spPr>
              <a:xfrm flipV="1">
                <a:off x="1603023" y="1298223"/>
                <a:ext cx="931333" cy="423333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7" name="Straight Connector 36">
                <a:extLst>
                  <a:ext uri="{FF2B5EF4-FFF2-40B4-BE49-F238E27FC236}">
                    <a16:creationId xmlns:a16="http://schemas.microsoft.com/office/drawing/2014/main" id="{905805A8-0AAD-4E55-C107-0166F4260E6A}"/>
                  </a:ext>
                </a:extLst>
              </p:cNvPr>
              <p:cNvCxnSpPr>
                <a:cxnSpLocks/>
                <a:stCxn id="4" idx="6"/>
                <a:endCxn id="11" idx="2"/>
              </p:cNvCxnSpPr>
              <p:nvPr/>
            </p:nvCxnSpPr>
            <p:spPr>
              <a:xfrm>
                <a:off x="1603023" y="1721556"/>
                <a:ext cx="931333" cy="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0" name="Straight Connector 39">
                <a:extLst>
                  <a:ext uri="{FF2B5EF4-FFF2-40B4-BE49-F238E27FC236}">
                    <a16:creationId xmlns:a16="http://schemas.microsoft.com/office/drawing/2014/main" id="{A4A16569-1A5F-E94E-A595-87DF4784FF6E}"/>
                  </a:ext>
                </a:extLst>
              </p:cNvPr>
              <p:cNvCxnSpPr>
                <a:cxnSpLocks/>
                <a:stCxn id="4" idx="6"/>
                <a:endCxn id="12" idx="2"/>
              </p:cNvCxnSpPr>
              <p:nvPr/>
            </p:nvCxnSpPr>
            <p:spPr>
              <a:xfrm>
                <a:off x="1603023" y="1721556"/>
                <a:ext cx="931332" cy="423333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3" name="Straight Connector 42">
                <a:extLst>
                  <a:ext uri="{FF2B5EF4-FFF2-40B4-BE49-F238E27FC236}">
                    <a16:creationId xmlns:a16="http://schemas.microsoft.com/office/drawing/2014/main" id="{6F340895-E1DF-E4D7-ADC9-EDCA156E67BD}"/>
                  </a:ext>
                </a:extLst>
              </p:cNvPr>
              <p:cNvCxnSpPr>
                <a:cxnSpLocks/>
                <a:stCxn id="4" idx="6"/>
                <a:endCxn id="13" idx="2"/>
              </p:cNvCxnSpPr>
              <p:nvPr/>
            </p:nvCxnSpPr>
            <p:spPr>
              <a:xfrm>
                <a:off x="1603023" y="1721556"/>
                <a:ext cx="931332" cy="846666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6" name="Straight Connector 45">
                <a:extLst>
                  <a:ext uri="{FF2B5EF4-FFF2-40B4-BE49-F238E27FC236}">
                    <a16:creationId xmlns:a16="http://schemas.microsoft.com/office/drawing/2014/main" id="{12619076-5AA8-023B-AA53-7AA35A17E994}"/>
                  </a:ext>
                </a:extLst>
              </p:cNvPr>
              <p:cNvCxnSpPr>
                <a:cxnSpLocks/>
                <a:stCxn id="4" idx="6"/>
                <a:endCxn id="14" idx="2"/>
              </p:cNvCxnSpPr>
              <p:nvPr/>
            </p:nvCxnSpPr>
            <p:spPr>
              <a:xfrm>
                <a:off x="1603023" y="1721556"/>
                <a:ext cx="931332" cy="126999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9" name="Straight Connector 48">
                <a:extLst>
                  <a:ext uri="{FF2B5EF4-FFF2-40B4-BE49-F238E27FC236}">
                    <a16:creationId xmlns:a16="http://schemas.microsoft.com/office/drawing/2014/main" id="{3436A2FD-1D71-9E70-7E35-DB46CFB51FC7}"/>
                  </a:ext>
                </a:extLst>
              </p:cNvPr>
              <p:cNvCxnSpPr>
                <a:cxnSpLocks/>
                <a:stCxn id="4" idx="6"/>
                <a:endCxn id="15" idx="2"/>
              </p:cNvCxnSpPr>
              <p:nvPr/>
            </p:nvCxnSpPr>
            <p:spPr>
              <a:xfrm>
                <a:off x="1603023" y="1721556"/>
                <a:ext cx="931332" cy="1693332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2" name="Straight Connector 51">
                <a:extLst>
                  <a:ext uri="{FF2B5EF4-FFF2-40B4-BE49-F238E27FC236}">
                    <a16:creationId xmlns:a16="http://schemas.microsoft.com/office/drawing/2014/main" id="{E72F0F6D-702B-F82A-81AD-A8A99BAEB6B9}"/>
                  </a:ext>
                </a:extLst>
              </p:cNvPr>
              <p:cNvCxnSpPr>
                <a:cxnSpLocks/>
                <a:stCxn id="5" idx="6"/>
                <a:endCxn id="10" idx="2"/>
              </p:cNvCxnSpPr>
              <p:nvPr/>
            </p:nvCxnSpPr>
            <p:spPr>
              <a:xfrm flipV="1">
                <a:off x="1603023" y="1298223"/>
                <a:ext cx="931333" cy="846666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5" name="Straight Connector 54">
                <a:extLst>
                  <a:ext uri="{FF2B5EF4-FFF2-40B4-BE49-F238E27FC236}">
                    <a16:creationId xmlns:a16="http://schemas.microsoft.com/office/drawing/2014/main" id="{2F385354-F299-B7A1-44CF-53A0B0B1C6BC}"/>
                  </a:ext>
                </a:extLst>
              </p:cNvPr>
              <p:cNvCxnSpPr>
                <a:cxnSpLocks/>
                <a:stCxn id="5" idx="6"/>
                <a:endCxn id="11" idx="2"/>
              </p:cNvCxnSpPr>
              <p:nvPr/>
            </p:nvCxnSpPr>
            <p:spPr>
              <a:xfrm flipV="1">
                <a:off x="1603023" y="1721556"/>
                <a:ext cx="931333" cy="423333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8" name="Straight Connector 57">
                <a:extLst>
                  <a:ext uri="{FF2B5EF4-FFF2-40B4-BE49-F238E27FC236}">
                    <a16:creationId xmlns:a16="http://schemas.microsoft.com/office/drawing/2014/main" id="{56CC4E9C-A747-6524-A292-2CE9A96C09B8}"/>
                  </a:ext>
                </a:extLst>
              </p:cNvPr>
              <p:cNvCxnSpPr>
                <a:cxnSpLocks/>
                <a:stCxn id="5" idx="6"/>
                <a:endCxn id="12" idx="2"/>
              </p:cNvCxnSpPr>
              <p:nvPr/>
            </p:nvCxnSpPr>
            <p:spPr>
              <a:xfrm>
                <a:off x="1603023" y="2144889"/>
                <a:ext cx="931332" cy="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1" name="Straight Connector 60">
                <a:extLst>
                  <a:ext uri="{FF2B5EF4-FFF2-40B4-BE49-F238E27FC236}">
                    <a16:creationId xmlns:a16="http://schemas.microsoft.com/office/drawing/2014/main" id="{3672B9CA-B457-DAD8-CE5E-F4BA7364456D}"/>
                  </a:ext>
                </a:extLst>
              </p:cNvPr>
              <p:cNvCxnSpPr>
                <a:cxnSpLocks/>
                <a:stCxn id="5" idx="6"/>
                <a:endCxn id="13" idx="2"/>
              </p:cNvCxnSpPr>
              <p:nvPr/>
            </p:nvCxnSpPr>
            <p:spPr>
              <a:xfrm>
                <a:off x="1603023" y="2144889"/>
                <a:ext cx="931332" cy="423333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4" name="Straight Connector 63">
                <a:extLst>
                  <a:ext uri="{FF2B5EF4-FFF2-40B4-BE49-F238E27FC236}">
                    <a16:creationId xmlns:a16="http://schemas.microsoft.com/office/drawing/2014/main" id="{F9AC3C74-A84A-C272-2C80-E62241ADC0A2}"/>
                  </a:ext>
                </a:extLst>
              </p:cNvPr>
              <p:cNvCxnSpPr>
                <a:cxnSpLocks/>
                <a:stCxn id="5" idx="6"/>
                <a:endCxn id="14" idx="2"/>
              </p:cNvCxnSpPr>
              <p:nvPr/>
            </p:nvCxnSpPr>
            <p:spPr>
              <a:xfrm>
                <a:off x="1603023" y="2144889"/>
                <a:ext cx="931332" cy="846666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7" name="Straight Connector 66">
                <a:extLst>
                  <a:ext uri="{FF2B5EF4-FFF2-40B4-BE49-F238E27FC236}">
                    <a16:creationId xmlns:a16="http://schemas.microsoft.com/office/drawing/2014/main" id="{75EC5249-9C05-B00F-7949-997E3D32770B}"/>
                  </a:ext>
                </a:extLst>
              </p:cNvPr>
              <p:cNvCxnSpPr>
                <a:cxnSpLocks/>
                <a:stCxn id="5" idx="6"/>
                <a:endCxn id="15" idx="2"/>
              </p:cNvCxnSpPr>
              <p:nvPr/>
            </p:nvCxnSpPr>
            <p:spPr>
              <a:xfrm>
                <a:off x="1603023" y="2144889"/>
                <a:ext cx="931332" cy="126999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0" name="Straight Connector 69">
                <a:extLst>
                  <a:ext uri="{FF2B5EF4-FFF2-40B4-BE49-F238E27FC236}">
                    <a16:creationId xmlns:a16="http://schemas.microsoft.com/office/drawing/2014/main" id="{C5DED07D-DA3B-B369-A1D4-09A35566B02E}"/>
                  </a:ext>
                </a:extLst>
              </p:cNvPr>
              <p:cNvCxnSpPr>
                <a:cxnSpLocks/>
                <a:stCxn id="6" idx="6"/>
                <a:endCxn id="10" idx="2"/>
              </p:cNvCxnSpPr>
              <p:nvPr/>
            </p:nvCxnSpPr>
            <p:spPr>
              <a:xfrm flipV="1">
                <a:off x="1603022" y="1298223"/>
                <a:ext cx="931334" cy="126999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3" name="Straight Connector 72">
                <a:extLst>
                  <a:ext uri="{FF2B5EF4-FFF2-40B4-BE49-F238E27FC236}">
                    <a16:creationId xmlns:a16="http://schemas.microsoft.com/office/drawing/2014/main" id="{B6B0A8F4-8397-A4C5-55B5-A59B169DBBBB}"/>
                  </a:ext>
                </a:extLst>
              </p:cNvPr>
              <p:cNvCxnSpPr>
                <a:cxnSpLocks/>
                <a:stCxn id="6" idx="6"/>
                <a:endCxn id="11" idx="2"/>
              </p:cNvCxnSpPr>
              <p:nvPr/>
            </p:nvCxnSpPr>
            <p:spPr>
              <a:xfrm flipV="1">
                <a:off x="1603022" y="1721556"/>
                <a:ext cx="931334" cy="846666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6" name="Straight Connector 75">
                <a:extLst>
                  <a:ext uri="{FF2B5EF4-FFF2-40B4-BE49-F238E27FC236}">
                    <a16:creationId xmlns:a16="http://schemas.microsoft.com/office/drawing/2014/main" id="{ECA937FB-52AB-7012-CFA4-240F6A0A9598}"/>
                  </a:ext>
                </a:extLst>
              </p:cNvPr>
              <p:cNvCxnSpPr>
                <a:cxnSpLocks/>
                <a:stCxn id="6" idx="6"/>
                <a:endCxn id="12" idx="2"/>
              </p:cNvCxnSpPr>
              <p:nvPr/>
            </p:nvCxnSpPr>
            <p:spPr>
              <a:xfrm flipV="1">
                <a:off x="1603022" y="2144889"/>
                <a:ext cx="931333" cy="423333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9" name="Straight Connector 78">
                <a:extLst>
                  <a:ext uri="{FF2B5EF4-FFF2-40B4-BE49-F238E27FC236}">
                    <a16:creationId xmlns:a16="http://schemas.microsoft.com/office/drawing/2014/main" id="{19B3B3C3-C2CA-3B7B-5B69-A73213F5ED84}"/>
                  </a:ext>
                </a:extLst>
              </p:cNvPr>
              <p:cNvCxnSpPr>
                <a:cxnSpLocks/>
                <a:stCxn id="6" idx="6"/>
                <a:endCxn id="13" idx="2"/>
              </p:cNvCxnSpPr>
              <p:nvPr/>
            </p:nvCxnSpPr>
            <p:spPr>
              <a:xfrm>
                <a:off x="1603022" y="2568222"/>
                <a:ext cx="931333" cy="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2" name="Straight Connector 81">
                <a:extLst>
                  <a:ext uri="{FF2B5EF4-FFF2-40B4-BE49-F238E27FC236}">
                    <a16:creationId xmlns:a16="http://schemas.microsoft.com/office/drawing/2014/main" id="{6069B566-1EB8-B4B0-FF9F-E2B0BC2CA6E4}"/>
                  </a:ext>
                </a:extLst>
              </p:cNvPr>
              <p:cNvCxnSpPr>
                <a:cxnSpLocks/>
                <a:stCxn id="6" idx="6"/>
                <a:endCxn id="14" idx="2"/>
              </p:cNvCxnSpPr>
              <p:nvPr/>
            </p:nvCxnSpPr>
            <p:spPr>
              <a:xfrm>
                <a:off x="1603022" y="2568222"/>
                <a:ext cx="931333" cy="423333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5" name="Straight Connector 84">
                <a:extLst>
                  <a:ext uri="{FF2B5EF4-FFF2-40B4-BE49-F238E27FC236}">
                    <a16:creationId xmlns:a16="http://schemas.microsoft.com/office/drawing/2014/main" id="{EFA565D2-915A-2806-3261-F83A964F55EC}"/>
                  </a:ext>
                </a:extLst>
              </p:cNvPr>
              <p:cNvCxnSpPr>
                <a:cxnSpLocks/>
                <a:stCxn id="6" idx="6"/>
                <a:endCxn id="15" idx="2"/>
              </p:cNvCxnSpPr>
              <p:nvPr/>
            </p:nvCxnSpPr>
            <p:spPr>
              <a:xfrm>
                <a:off x="1603022" y="2568222"/>
                <a:ext cx="931333" cy="846666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8" name="Straight Connector 87">
                <a:extLst>
                  <a:ext uri="{FF2B5EF4-FFF2-40B4-BE49-F238E27FC236}">
                    <a16:creationId xmlns:a16="http://schemas.microsoft.com/office/drawing/2014/main" id="{67D95734-18A1-5726-CFBC-CF11033BEBC3}"/>
                  </a:ext>
                </a:extLst>
              </p:cNvPr>
              <p:cNvCxnSpPr>
                <a:cxnSpLocks/>
                <a:stCxn id="7" idx="6"/>
                <a:endCxn id="10" idx="2"/>
              </p:cNvCxnSpPr>
              <p:nvPr/>
            </p:nvCxnSpPr>
            <p:spPr>
              <a:xfrm flipV="1">
                <a:off x="1603022" y="1298223"/>
                <a:ext cx="931334" cy="1693332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1" name="Straight Connector 90">
                <a:extLst>
                  <a:ext uri="{FF2B5EF4-FFF2-40B4-BE49-F238E27FC236}">
                    <a16:creationId xmlns:a16="http://schemas.microsoft.com/office/drawing/2014/main" id="{8CE0C733-8391-BB97-E9FA-50646CE93E64}"/>
                  </a:ext>
                </a:extLst>
              </p:cNvPr>
              <p:cNvCxnSpPr>
                <a:cxnSpLocks/>
                <a:stCxn id="7" idx="6"/>
                <a:endCxn id="11" idx="2"/>
              </p:cNvCxnSpPr>
              <p:nvPr/>
            </p:nvCxnSpPr>
            <p:spPr>
              <a:xfrm flipV="1">
                <a:off x="1603022" y="1721556"/>
                <a:ext cx="931334" cy="126999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4" name="Straight Connector 93">
                <a:extLst>
                  <a:ext uri="{FF2B5EF4-FFF2-40B4-BE49-F238E27FC236}">
                    <a16:creationId xmlns:a16="http://schemas.microsoft.com/office/drawing/2014/main" id="{F5E808B3-B955-6B98-189A-75B00A6FCDFF}"/>
                  </a:ext>
                </a:extLst>
              </p:cNvPr>
              <p:cNvCxnSpPr>
                <a:cxnSpLocks/>
                <a:stCxn id="7" idx="6"/>
                <a:endCxn id="12" idx="2"/>
              </p:cNvCxnSpPr>
              <p:nvPr/>
            </p:nvCxnSpPr>
            <p:spPr>
              <a:xfrm flipV="1">
                <a:off x="1603022" y="2144889"/>
                <a:ext cx="931333" cy="846666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7" name="Straight Connector 96">
                <a:extLst>
                  <a:ext uri="{FF2B5EF4-FFF2-40B4-BE49-F238E27FC236}">
                    <a16:creationId xmlns:a16="http://schemas.microsoft.com/office/drawing/2014/main" id="{99467145-A076-E5A2-2ED2-89797301FA59}"/>
                  </a:ext>
                </a:extLst>
              </p:cNvPr>
              <p:cNvCxnSpPr>
                <a:cxnSpLocks/>
                <a:stCxn id="7" idx="6"/>
                <a:endCxn id="13" idx="2"/>
              </p:cNvCxnSpPr>
              <p:nvPr/>
            </p:nvCxnSpPr>
            <p:spPr>
              <a:xfrm flipV="1">
                <a:off x="1603022" y="2568222"/>
                <a:ext cx="931333" cy="423333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0" name="Straight Connector 99">
                <a:extLst>
                  <a:ext uri="{FF2B5EF4-FFF2-40B4-BE49-F238E27FC236}">
                    <a16:creationId xmlns:a16="http://schemas.microsoft.com/office/drawing/2014/main" id="{2CECDF15-33D2-736F-25F4-0CF3185C0883}"/>
                  </a:ext>
                </a:extLst>
              </p:cNvPr>
              <p:cNvCxnSpPr>
                <a:cxnSpLocks/>
                <a:stCxn id="7" idx="6"/>
                <a:endCxn id="14" idx="2"/>
              </p:cNvCxnSpPr>
              <p:nvPr/>
            </p:nvCxnSpPr>
            <p:spPr>
              <a:xfrm>
                <a:off x="1603022" y="2991555"/>
                <a:ext cx="931333" cy="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3" name="Straight Connector 102">
                <a:extLst>
                  <a:ext uri="{FF2B5EF4-FFF2-40B4-BE49-F238E27FC236}">
                    <a16:creationId xmlns:a16="http://schemas.microsoft.com/office/drawing/2014/main" id="{E492604B-E7AD-6268-4198-6B40BBED0A75}"/>
                  </a:ext>
                </a:extLst>
              </p:cNvPr>
              <p:cNvCxnSpPr>
                <a:cxnSpLocks/>
                <a:stCxn id="7" idx="6"/>
                <a:endCxn id="15" idx="2"/>
              </p:cNvCxnSpPr>
              <p:nvPr/>
            </p:nvCxnSpPr>
            <p:spPr>
              <a:xfrm>
                <a:off x="1603022" y="2991555"/>
                <a:ext cx="931333" cy="423333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6" name="Straight Connector 105">
                <a:extLst>
                  <a:ext uri="{FF2B5EF4-FFF2-40B4-BE49-F238E27FC236}">
                    <a16:creationId xmlns:a16="http://schemas.microsoft.com/office/drawing/2014/main" id="{1FC7837F-FFA8-E543-6C03-1BCFCE9576B9}"/>
                  </a:ext>
                </a:extLst>
              </p:cNvPr>
              <p:cNvCxnSpPr>
                <a:cxnSpLocks/>
                <a:stCxn id="10" idx="6"/>
                <a:endCxn id="16" idx="2"/>
              </p:cNvCxnSpPr>
              <p:nvPr/>
            </p:nvCxnSpPr>
            <p:spPr>
              <a:xfrm>
                <a:off x="2794001" y="1298223"/>
                <a:ext cx="841020" cy="846666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9" name="Straight Connector 108">
                <a:extLst>
                  <a:ext uri="{FF2B5EF4-FFF2-40B4-BE49-F238E27FC236}">
                    <a16:creationId xmlns:a16="http://schemas.microsoft.com/office/drawing/2014/main" id="{8712926A-1556-9274-2543-D65183795C54}"/>
                  </a:ext>
                </a:extLst>
              </p:cNvPr>
              <p:cNvCxnSpPr>
                <a:cxnSpLocks/>
                <a:stCxn id="11" idx="6"/>
                <a:endCxn id="16" idx="2"/>
              </p:cNvCxnSpPr>
              <p:nvPr/>
            </p:nvCxnSpPr>
            <p:spPr>
              <a:xfrm>
                <a:off x="2794001" y="1721556"/>
                <a:ext cx="841020" cy="423333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2" name="Straight Connector 111">
                <a:extLst>
                  <a:ext uri="{FF2B5EF4-FFF2-40B4-BE49-F238E27FC236}">
                    <a16:creationId xmlns:a16="http://schemas.microsoft.com/office/drawing/2014/main" id="{51284023-09E8-A0E1-1347-50DB8EC5253C}"/>
                  </a:ext>
                </a:extLst>
              </p:cNvPr>
              <p:cNvCxnSpPr>
                <a:cxnSpLocks/>
                <a:stCxn id="12" idx="6"/>
                <a:endCxn id="16" idx="2"/>
              </p:cNvCxnSpPr>
              <p:nvPr/>
            </p:nvCxnSpPr>
            <p:spPr>
              <a:xfrm>
                <a:off x="2794000" y="2144889"/>
                <a:ext cx="841021" cy="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5" name="Straight Connector 114">
                <a:extLst>
                  <a:ext uri="{FF2B5EF4-FFF2-40B4-BE49-F238E27FC236}">
                    <a16:creationId xmlns:a16="http://schemas.microsoft.com/office/drawing/2014/main" id="{EB428D07-790F-912E-7EEE-3DD2DEA8DB7B}"/>
                  </a:ext>
                </a:extLst>
              </p:cNvPr>
              <p:cNvCxnSpPr>
                <a:cxnSpLocks/>
                <a:stCxn id="13" idx="6"/>
                <a:endCxn id="16" idx="2"/>
              </p:cNvCxnSpPr>
              <p:nvPr/>
            </p:nvCxnSpPr>
            <p:spPr>
              <a:xfrm flipV="1">
                <a:off x="2794000" y="2144889"/>
                <a:ext cx="841021" cy="423333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8" name="Straight Connector 117">
                <a:extLst>
                  <a:ext uri="{FF2B5EF4-FFF2-40B4-BE49-F238E27FC236}">
                    <a16:creationId xmlns:a16="http://schemas.microsoft.com/office/drawing/2014/main" id="{40815DE4-A6E3-042E-37E7-A70E8ACE5B0C}"/>
                  </a:ext>
                </a:extLst>
              </p:cNvPr>
              <p:cNvCxnSpPr>
                <a:cxnSpLocks/>
                <a:stCxn id="14" idx="6"/>
                <a:endCxn id="16" idx="2"/>
              </p:cNvCxnSpPr>
              <p:nvPr/>
            </p:nvCxnSpPr>
            <p:spPr>
              <a:xfrm flipV="1">
                <a:off x="2794000" y="2144889"/>
                <a:ext cx="841021" cy="846666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1" name="Straight Connector 120">
                <a:extLst>
                  <a:ext uri="{FF2B5EF4-FFF2-40B4-BE49-F238E27FC236}">
                    <a16:creationId xmlns:a16="http://schemas.microsoft.com/office/drawing/2014/main" id="{7D6BFAB7-91B9-6A53-4678-65F170325615}"/>
                  </a:ext>
                </a:extLst>
              </p:cNvPr>
              <p:cNvCxnSpPr>
                <a:cxnSpLocks/>
                <a:stCxn id="15" idx="6"/>
                <a:endCxn id="16" idx="2"/>
              </p:cNvCxnSpPr>
              <p:nvPr/>
            </p:nvCxnSpPr>
            <p:spPr>
              <a:xfrm flipV="1">
                <a:off x="2794000" y="2144889"/>
                <a:ext cx="841021" cy="126999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4" name="Straight Connector 123">
                <a:extLst>
                  <a:ext uri="{FF2B5EF4-FFF2-40B4-BE49-F238E27FC236}">
                    <a16:creationId xmlns:a16="http://schemas.microsoft.com/office/drawing/2014/main" id="{933730B7-F0E3-E60F-F628-7E2D86BD8E3E}"/>
                  </a:ext>
                </a:extLst>
              </p:cNvPr>
              <p:cNvCxnSpPr>
                <a:cxnSpLocks/>
                <a:stCxn id="10" idx="6"/>
                <a:endCxn id="17" idx="2"/>
              </p:cNvCxnSpPr>
              <p:nvPr/>
            </p:nvCxnSpPr>
            <p:spPr>
              <a:xfrm>
                <a:off x="2794001" y="1298223"/>
                <a:ext cx="841020" cy="126999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7" name="Straight Connector 126">
                <a:extLst>
                  <a:ext uri="{FF2B5EF4-FFF2-40B4-BE49-F238E27FC236}">
                    <a16:creationId xmlns:a16="http://schemas.microsoft.com/office/drawing/2014/main" id="{4CA70D52-FFA3-8C98-0D2E-2F34956D713C}"/>
                  </a:ext>
                </a:extLst>
              </p:cNvPr>
              <p:cNvCxnSpPr>
                <a:cxnSpLocks/>
                <a:stCxn id="11" idx="6"/>
                <a:endCxn id="17" idx="2"/>
              </p:cNvCxnSpPr>
              <p:nvPr/>
            </p:nvCxnSpPr>
            <p:spPr>
              <a:xfrm>
                <a:off x="2794001" y="1721556"/>
                <a:ext cx="841020" cy="846666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0" name="Straight Connector 129">
                <a:extLst>
                  <a:ext uri="{FF2B5EF4-FFF2-40B4-BE49-F238E27FC236}">
                    <a16:creationId xmlns:a16="http://schemas.microsoft.com/office/drawing/2014/main" id="{5920D54C-EF11-C7E9-9CEC-9DA0177DE0BF}"/>
                  </a:ext>
                </a:extLst>
              </p:cNvPr>
              <p:cNvCxnSpPr>
                <a:cxnSpLocks/>
                <a:stCxn id="12" idx="6"/>
                <a:endCxn id="17" idx="2"/>
              </p:cNvCxnSpPr>
              <p:nvPr/>
            </p:nvCxnSpPr>
            <p:spPr>
              <a:xfrm>
                <a:off x="2794000" y="2144889"/>
                <a:ext cx="841021" cy="423333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3" name="Straight Connector 132">
                <a:extLst>
                  <a:ext uri="{FF2B5EF4-FFF2-40B4-BE49-F238E27FC236}">
                    <a16:creationId xmlns:a16="http://schemas.microsoft.com/office/drawing/2014/main" id="{5A5A86E4-131C-9B3E-1C8D-1BF98C95F9BE}"/>
                  </a:ext>
                </a:extLst>
              </p:cNvPr>
              <p:cNvCxnSpPr>
                <a:cxnSpLocks/>
                <a:stCxn id="13" idx="6"/>
                <a:endCxn id="17" idx="2"/>
              </p:cNvCxnSpPr>
              <p:nvPr/>
            </p:nvCxnSpPr>
            <p:spPr>
              <a:xfrm>
                <a:off x="2794000" y="2568222"/>
                <a:ext cx="841021" cy="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6" name="Straight Connector 135">
                <a:extLst>
                  <a:ext uri="{FF2B5EF4-FFF2-40B4-BE49-F238E27FC236}">
                    <a16:creationId xmlns:a16="http://schemas.microsoft.com/office/drawing/2014/main" id="{3CE901A0-7490-C677-95B7-079B0569B9D3}"/>
                  </a:ext>
                </a:extLst>
              </p:cNvPr>
              <p:cNvCxnSpPr>
                <a:cxnSpLocks/>
                <a:stCxn id="14" idx="6"/>
                <a:endCxn id="17" idx="2"/>
              </p:cNvCxnSpPr>
              <p:nvPr/>
            </p:nvCxnSpPr>
            <p:spPr>
              <a:xfrm flipV="1">
                <a:off x="2794000" y="2568222"/>
                <a:ext cx="841021" cy="423333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9" name="Straight Connector 138">
                <a:extLst>
                  <a:ext uri="{FF2B5EF4-FFF2-40B4-BE49-F238E27FC236}">
                    <a16:creationId xmlns:a16="http://schemas.microsoft.com/office/drawing/2014/main" id="{07995274-169D-BE1F-6DF7-95DC0E1EBF47}"/>
                  </a:ext>
                </a:extLst>
              </p:cNvPr>
              <p:cNvCxnSpPr>
                <a:cxnSpLocks/>
                <a:stCxn id="15" idx="6"/>
                <a:endCxn id="17" idx="2"/>
              </p:cNvCxnSpPr>
              <p:nvPr/>
            </p:nvCxnSpPr>
            <p:spPr>
              <a:xfrm flipV="1">
                <a:off x="2794000" y="2568222"/>
                <a:ext cx="841021" cy="846666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29" name="Oval 228">
                <a:extLst>
                  <a:ext uri="{FF2B5EF4-FFF2-40B4-BE49-F238E27FC236}">
                    <a16:creationId xmlns:a16="http://schemas.microsoft.com/office/drawing/2014/main" id="{D5A23698-2624-A2B2-0FCC-6383A0D4F1BA}"/>
                  </a:ext>
                </a:extLst>
              </p:cNvPr>
              <p:cNvSpPr/>
              <p:nvPr/>
            </p:nvSpPr>
            <p:spPr>
              <a:xfrm flipH="1">
                <a:off x="5926664" y="1591733"/>
                <a:ext cx="259645" cy="259645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30" name="Oval 229">
                <a:extLst>
                  <a:ext uri="{FF2B5EF4-FFF2-40B4-BE49-F238E27FC236}">
                    <a16:creationId xmlns:a16="http://schemas.microsoft.com/office/drawing/2014/main" id="{01A2ECBB-595B-0C96-EE40-C3F3B7F26E90}"/>
                  </a:ext>
                </a:extLst>
              </p:cNvPr>
              <p:cNvSpPr/>
              <p:nvPr/>
            </p:nvSpPr>
            <p:spPr>
              <a:xfrm flipH="1">
                <a:off x="5926664" y="2015066"/>
                <a:ext cx="259645" cy="259645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31" name="Oval 230">
                <a:extLst>
                  <a:ext uri="{FF2B5EF4-FFF2-40B4-BE49-F238E27FC236}">
                    <a16:creationId xmlns:a16="http://schemas.microsoft.com/office/drawing/2014/main" id="{390F343C-16C5-5FE6-2C99-DA24805D9E62}"/>
                  </a:ext>
                </a:extLst>
              </p:cNvPr>
              <p:cNvSpPr/>
              <p:nvPr/>
            </p:nvSpPr>
            <p:spPr>
              <a:xfrm flipH="1">
                <a:off x="5926665" y="2438399"/>
                <a:ext cx="259645" cy="259645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32" name="Oval 231">
                <a:extLst>
                  <a:ext uri="{FF2B5EF4-FFF2-40B4-BE49-F238E27FC236}">
                    <a16:creationId xmlns:a16="http://schemas.microsoft.com/office/drawing/2014/main" id="{992396A1-B7EC-93E4-47C8-A099C81CFAC2}"/>
                  </a:ext>
                </a:extLst>
              </p:cNvPr>
              <p:cNvSpPr/>
              <p:nvPr/>
            </p:nvSpPr>
            <p:spPr>
              <a:xfrm flipH="1">
                <a:off x="5926665" y="2861732"/>
                <a:ext cx="259645" cy="259645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33" name="Oval 232">
                <a:extLst>
                  <a:ext uri="{FF2B5EF4-FFF2-40B4-BE49-F238E27FC236}">
                    <a16:creationId xmlns:a16="http://schemas.microsoft.com/office/drawing/2014/main" id="{537AF02A-7C87-71FB-67B2-3637A2548AB0}"/>
                  </a:ext>
                </a:extLst>
              </p:cNvPr>
              <p:cNvSpPr/>
              <p:nvPr/>
            </p:nvSpPr>
            <p:spPr>
              <a:xfrm flipH="1">
                <a:off x="4735686" y="1168400"/>
                <a:ext cx="259645" cy="259645"/>
              </a:xfrm>
              <a:prstGeom prst="ellipse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34" name="Oval 233">
                <a:extLst>
                  <a:ext uri="{FF2B5EF4-FFF2-40B4-BE49-F238E27FC236}">
                    <a16:creationId xmlns:a16="http://schemas.microsoft.com/office/drawing/2014/main" id="{9D9D47AE-AC7B-EC81-0F37-18AB489C5EBA}"/>
                  </a:ext>
                </a:extLst>
              </p:cNvPr>
              <p:cNvSpPr/>
              <p:nvPr/>
            </p:nvSpPr>
            <p:spPr>
              <a:xfrm flipH="1">
                <a:off x="4735686" y="1591733"/>
                <a:ext cx="259645" cy="259645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35" name="Oval 234">
                <a:extLst>
                  <a:ext uri="{FF2B5EF4-FFF2-40B4-BE49-F238E27FC236}">
                    <a16:creationId xmlns:a16="http://schemas.microsoft.com/office/drawing/2014/main" id="{8066D085-8101-161D-432C-66BB13E327DD}"/>
                  </a:ext>
                </a:extLst>
              </p:cNvPr>
              <p:cNvSpPr/>
              <p:nvPr/>
            </p:nvSpPr>
            <p:spPr>
              <a:xfrm flipH="1">
                <a:off x="4735687" y="2015066"/>
                <a:ext cx="259645" cy="259645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36" name="Oval 235">
                <a:extLst>
                  <a:ext uri="{FF2B5EF4-FFF2-40B4-BE49-F238E27FC236}">
                    <a16:creationId xmlns:a16="http://schemas.microsoft.com/office/drawing/2014/main" id="{43AC4E96-0299-0075-1B68-88D480359267}"/>
                  </a:ext>
                </a:extLst>
              </p:cNvPr>
              <p:cNvSpPr/>
              <p:nvPr/>
            </p:nvSpPr>
            <p:spPr>
              <a:xfrm flipH="1">
                <a:off x="4735687" y="2438399"/>
                <a:ext cx="259645" cy="259645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37" name="Oval 236">
                <a:extLst>
                  <a:ext uri="{FF2B5EF4-FFF2-40B4-BE49-F238E27FC236}">
                    <a16:creationId xmlns:a16="http://schemas.microsoft.com/office/drawing/2014/main" id="{F72D95E4-73EA-2DD7-DBF3-D7E9C77FB17C}"/>
                  </a:ext>
                </a:extLst>
              </p:cNvPr>
              <p:cNvSpPr/>
              <p:nvPr/>
            </p:nvSpPr>
            <p:spPr>
              <a:xfrm flipH="1">
                <a:off x="4735687" y="2861732"/>
                <a:ext cx="259645" cy="259645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38" name="Oval 237">
                <a:extLst>
                  <a:ext uri="{FF2B5EF4-FFF2-40B4-BE49-F238E27FC236}">
                    <a16:creationId xmlns:a16="http://schemas.microsoft.com/office/drawing/2014/main" id="{C0968C47-8481-4713-782B-9C4AFF811AEB}"/>
                  </a:ext>
                </a:extLst>
              </p:cNvPr>
              <p:cNvSpPr/>
              <p:nvPr/>
            </p:nvSpPr>
            <p:spPr>
              <a:xfrm flipH="1">
                <a:off x="4735687" y="3285065"/>
                <a:ext cx="259645" cy="259645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241" name="Straight Connector 240">
                <a:extLst>
                  <a:ext uri="{FF2B5EF4-FFF2-40B4-BE49-F238E27FC236}">
                    <a16:creationId xmlns:a16="http://schemas.microsoft.com/office/drawing/2014/main" id="{D1FB780D-7F3F-4795-215A-AF012375CB54}"/>
                  </a:ext>
                </a:extLst>
              </p:cNvPr>
              <p:cNvCxnSpPr>
                <a:cxnSpLocks/>
                <a:stCxn id="229" idx="6"/>
                <a:endCxn id="233" idx="2"/>
              </p:cNvCxnSpPr>
              <p:nvPr/>
            </p:nvCxnSpPr>
            <p:spPr>
              <a:xfrm flipH="1" flipV="1">
                <a:off x="4995331" y="1298223"/>
                <a:ext cx="931333" cy="423333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42" name="Straight Connector 241">
                <a:extLst>
                  <a:ext uri="{FF2B5EF4-FFF2-40B4-BE49-F238E27FC236}">
                    <a16:creationId xmlns:a16="http://schemas.microsoft.com/office/drawing/2014/main" id="{9EA2A3F9-9B95-BD61-20B8-FE64C836DBDD}"/>
                  </a:ext>
                </a:extLst>
              </p:cNvPr>
              <p:cNvCxnSpPr>
                <a:cxnSpLocks/>
                <a:stCxn id="229" idx="6"/>
                <a:endCxn id="234" idx="2"/>
              </p:cNvCxnSpPr>
              <p:nvPr/>
            </p:nvCxnSpPr>
            <p:spPr>
              <a:xfrm flipH="1">
                <a:off x="4995331" y="1721556"/>
                <a:ext cx="931333" cy="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43" name="Straight Connector 242">
                <a:extLst>
                  <a:ext uri="{FF2B5EF4-FFF2-40B4-BE49-F238E27FC236}">
                    <a16:creationId xmlns:a16="http://schemas.microsoft.com/office/drawing/2014/main" id="{B309654D-02DB-62DB-21FB-C39C7C62D61A}"/>
                  </a:ext>
                </a:extLst>
              </p:cNvPr>
              <p:cNvCxnSpPr>
                <a:cxnSpLocks/>
                <a:stCxn id="229" idx="6"/>
                <a:endCxn id="235" idx="2"/>
              </p:cNvCxnSpPr>
              <p:nvPr/>
            </p:nvCxnSpPr>
            <p:spPr>
              <a:xfrm flipH="1">
                <a:off x="4995332" y="1721556"/>
                <a:ext cx="931332" cy="423333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44" name="Straight Connector 243">
                <a:extLst>
                  <a:ext uri="{FF2B5EF4-FFF2-40B4-BE49-F238E27FC236}">
                    <a16:creationId xmlns:a16="http://schemas.microsoft.com/office/drawing/2014/main" id="{7E56004F-1164-8BEE-32EF-93AB70298575}"/>
                  </a:ext>
                </a:extLst>
              </p:cNvPr>
              <p:cNvCxnSpPr>
                <a:cxnSpLocks/>
                <a:stCxn id="229" idx="6"/>
                <a:endCxn id="236" idx="2"/>
              </p:cNvCxnSpPr>
              <p:nvPr/>
            </p:nvCxnSpPr>
            <p:spPr>
              <a:xfrm flipH="1">
                <a:off x="4995332" y="1721556"/>
                <a:ext cx="931332" cy="846666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45" name="Straight Connector 244">
                <a:extLst>
                  <a:ext uri="{FF2B5EF4-FFF2-40B4-BE49-F238E27FC236}">
                    <a16:creationId xmlns:a16="http://schemas.microsoft.com/office/drawing/2014/main" id="{523F5DC9-7FDF-7B12-6C37-BD56E70BEBAD}"/>
                  </a:ext>
                </a:extLst>
              </p:cNvPr>
              <p:cNvCxnSpPr>
                <a:cxnSpLocks/>
                <a:stCxn id="229" idx="6"/>
                <a:endCxn id="237" idx="2"/>
              </p:cNvCxnSpPr>
              <p:nvPr/>
            </p:nvCxnSpPr>
            <p:spPr>
              <a:xfrm flipH="1">
                <a:off x="4995332" y="1721556"/>
                <a:ext cx="931332" cy="126999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46" name="Straight Connector 245">
                <a:extLst>
                  <a:ext uri="{FF2B5EF4-FFF2-40B4-BE49-F238E27FC236}">
                    <a16:creationId xmlns:a16="http://schemas.microsoft.com/office/drawing/2014/main" id="{6EE84713-82BF-5233-004B-EAF8106085EF}"/>
                  </a:ext>
                </a:extLst>
              </p:cNvPr>
              <p:cNvCxnSpPr>
                <a:cxnSpLocks/>
                <a:stCxn id="229" idx="6"/>
                <a:endCxn id="238" idx="2"/>
              </p:cNvCxnSpPr>
              <p:nvPr/>
            </p:nvCxnSpPr>
            <p:spPr>
              <a:xfrm flipH="1">
                <a:off x="4995332" y="1721556"/>
                <a:ext cx="931332" cy="1693332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47" name="Straight Connector 246">
                <a:extLst>
                  <a:ext uri="{FF2B5EF4-FFF2-40B4-BE49-F238E27FC236}">
                    <a16:creationId xmlns:a16="http://schemas.microsoft.com/office/drawing/2014/main" id="{94B23CE2-57BD-7867-E9A3-0B3E1D9B9782}"/>
                  </a:ext>
                </a:extLst>
              </p:cNvPr>
              <p:cNvCxnSpPr>
                <a:cxnSpLocks/>
                <a:stCxn id="230" idx="6"/>
                <a:endCxn id="233" idx="2"/>
              </p:cNvCxnSpPr>
              <p:nvPr/>
            </p:nvCxnSpPr>
            <p:spPr>
              <a:xfrm flipH="1" flipV="1">
                <a:off x="4995331" y="1298223"/>
                <a:ext cx="931333" cy="846666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48" name="Straight Connector 247">
                <a:extLst>
                  <a:ext uri="{FF2B5EF4-FFF2-40B4-BE49-F238E27FC236}">
                    <a16:creationId xmlns:a16="http://schemas.microsoft.com/office/drawing/2014/main" id="{E04E295B-4681-65F6-8A5C-047EB8BF0E40}"/>
                  </a:ext>
                </a:extLst>
              </p:cNvPr>
              <p:cNvCxnSpPr>
                <a:cxnSpLocks/>
                <a:stCxn id="230" idx="6"/>
                <a:endCxn id="234" idx="2"/>
              </p:cNvCxnSpPr>
              <p:nvPr/>
            </p:nvCxnSpPr>
            <p:spPr>
              <a:xfrm flipH="1" flipV="1">
                <a:off x="4995331" y="1721556"/>
                <a:ext cx="931333" cy="423333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49" name="Straight Connector 248">
                <a:extLst>
                  <a:ext uri="{FF2B5EF4-FFF2-40B4-BE49-F238E27FC236}">
                    <a16:creationId xmlns:a16="http://schemas.microsoft.com/office/drawing/2014/main" id="{E95E7ED6-4E5F-6C9D-2830-08B911FE855B}"/>
                  </a:ext>
                </a:extLst>
              </p:cNvPr>
              <p:cNvCxnSpPr>
                <a:cxnSpLocks/>
                <a:stCxn id="230" idx="6"/>
                <a:endCxn id="235" idx="2"/>
              </p:cNvCxnSpPr>
              <p:nvPr/>
            </p:nvCxnSpPr>
            <p:spPr>
              <a:xfrm flipH="1">
                <a:off x="4995332" y="2144889"/>
                <a:ext cx="931332" cy="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50" name="Straight Connector 249">
                <a:extLst>
                  <a:ext uri="{FF2B5EF4-FFF2-40B4-BE49-F238E27FC236}">
                    <a16:creationId xmlns:a16="http://schemas.microsoft.com/office/drawing/2014/main" id="{E6C80CB1-788E-C080-0712-2C9ED38EC327}"/>
                  </a:ext>
                </a:extLst>
              </p:cNvPr>
              <p:cNvCxnSpPr>
                <a:cxnSpLocks/>
                <a:stCxn id="230" idx="6"/>
                <a:endCxn id="236" idx="2"/>
              </p:cNvCxnSpPr>
              <p:nvPr/>
            </p:nvCxnSpPr>
            <p:spPr>
              <a:xfrm flipH="1">
                <a:off x="4995332" y="2144889"/>
                <a:ext cx="931332" cy="423333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51" name="Straight Connector 250">
                <a:extLst>
                  <a:ext uri="{FF2B5EF4-FFF2-40B4-BE49-F238E27FC236}">
                    <a16:creationId xmlns:a16="http://schemas.microsoft.com/office/drawing/2014/main" id="{0B8A49FB-B9B5-79EF-8732-BF71C9071C60}"/>
                  </a:ext>
                </a:extLst>
              </p:cNvPr>
              <p:cNvCxnSpPr>
                <a:cxnSpLocks/>
                <a:stCxn id="230" idx="6"/>
                <a:endCxn id="237" idx="2"/>
              </p:cNvCxnSpPr>
              <p:nvPr/>
            </p:nvCxnSpPr>
            <p:spPr>
              <a:xfrm flipH="1">
                <a:off x="4995332" y="2144889"/>
                <a:ext cx="931332" cy="846666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52" name="Straight Connector 251">
                <a:extLst>
                  <a:ext uri="{FF2B5EF4-FFF2-40B4-BE49-F238E27FC236}">
                    <a16:creationId xmlns:a16="http://schemas.microsoft.com/office/drawing/2014/main" id="{6A4DEA9A-9047-D70D-652F-7AECFDC09425}"/>
                  </a:ext>
                </a:extLst>
              </p:cNvPr>
              <p:cNvCxnSpPr>
                <a:cxnSpLocks/>
                <a:stCxn id="230" idx="6"/>
                <a:endCxn id="238" idx="2"/>
              </p:cNvCxnSpPr>
              <p:nvPr/>
            </p:nvCxnSpPr>
            <p:spPr>
              <a:xfrm flipH="1">
                <a:off x="4995332" y="2144889"/>
                <a:ext cx="931332" cy="126999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53" name="Straight Connector 252">
                <a:extLst>
                  <a:ext uri="{FF2B5EF4-FFF2-40B4-BE49-F238E27FC236}">
                    <a16:creationId xmlns:a16="http://schemas.microsoft.com/office/drawing/2014/main" id="{F5CB45E5-D9A8-06C0-5786-7FE7FCE89193}"/>
                  </a:ext>
                </a:extLst>
              </p:cNvPr>
              <p:cNvCxnSpPr>
                <a:cxnSpLocks/>
                <a:stCxn id="231" idx="6"/>
                <a:endCxn id="233" idx="2"/>
              </p:cNvCxnSpPr>
              <p:nvPr/>
            </p:nvCxnSpPr>
            <p:spPr>
              <a:xfrm flipH="1" flipV="1">
                <a:off x="4995331" y="1298223"/>
                <a:ext cx="931334" cy="126999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54" name="Straight Connector 253">
                <a:extLst>
                  <a:ext uri="{FF2B5EF4-FFF2-40B4-BE49-F238E27FC236}">
                    <a16:creationId xmlns:a16="http://schemas.microsoft.com/office/drawing/2014/main" id="{E90E2BC8-60CF-CB49-9E12-7EFFB6189D02}"/>
                  </a:ext>
                </a:extLst>
              </p:cNvPr>
              <p:cNvCxnSpPr>
                <a:cxnSpLocks/>
                <a:stCxn id="231" idx="6"/>
                <a:endCxn id="234" idx="2"/>
              </p:cNvCxnSpPr>
              <p:nvPr/>
            </p:nvCxnSpPr>
            <p:spPr>
              <a:xfrm flipH="1" flipV="1">
                <a:off x="4995331" y="1721556"/>
                <a:ext cx="931334" cy="846666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55" name="Straight Connector 254">
                <a:extLst>
                  <a:ext uri="{FF2B5EF4-FFF2-40B4-BE49-F238E27FC236}">
                    <a16:creationId xmlns:a16="http://schemas.microsoft.com/office/drawing/2014/main" id="{30FB678F-0FC2-6902-4CD7-F1D2D6F5B286}"/>
                  </a:ext>
                </a:extLst>
              </p:cNvPr>
              <p:cNvCxnSpPr>
                <a:cxnSpLocks/>
                <a:stCxn id="231" idx="6"/>
                <a:endCxn id="235" idx="2"/>
              </p:cNvCxnSpPr>
              <p:nvPr/>
            </p:nvCxnSpPr>
            <p:spPr>
              <a:xfrm flipH="1" flipV="1">
                <a:off x="4995332" y="2144889"/>
                <a:ext cx="931333" cy="423333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56" name="Straight Connector 255">
                <a:extLst>
                  <a:ext uri="{FF2B5EF4-FFF2-40B4-BE49-F238E27FC236}">
                    <a16:creationId xmlns:a16="http://schemas.microsoft.com/office/drawing/2014/main" id="{1A4E8FBD-A83C-A50E-3964-35269433C6B1}"/>
                  </a:ext>
                </a:extLst>
              </p:cNvPr>
              <p:cNvCxnSpPr>
                <a:cxnSpLocks/>
                <a:stCxn id="231" idx="6"/>
                <a:endCxn id="236" idx="2"/>
              </p:cNvCxnSpPr>
              <p:nvPr/>
            </p:nvCxnSpPr>
            <p:spPr>
              <a:xfrm flipH="1">
                <a:off x="4995332" y="2568222"/>
                <a:ext cx="931333" cy="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57" name="Straight Connector 256">
                <a:extLst>
                  <a:ext uri="{FF2B5EF4-FFF2-40B4-BE49-F238E27FC236}">
                    <a16:creationId xmlns:a16="http://schemas.microsoft.com/office/drawing/2014/main" id="{BED9D909-2B09-868B-1BF6-8FE058DB3427}"/>
                  </a:ext>
                </a:extLst>
              </p:cNvPr>
              <p:cNvCxnSpPr>
                <a:cxnSpLocks/>
                <a:stCxn id="231" idx="6"/>
                <a:endCxn id="237" idx="2"/>
              </p:cNvCxnSpPr>
              <p:nvPr/>
            </p:nvCxnSpPr>
            <p:spPr>
              <a:xfrm flipH="1">
                <a:off x="4995332" y="2568222"/>
                <a:ext cx="931333" cy="423333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58" name="Straight Connector 257">
                <a:extLst>
                  <a:ext uri="{FF2B5EF4-FFF2-40B4-BE49-F238E27FC236}">
                    <a16:creationId xmlns:a16="http://schemas.microsoft.com/office/drawing/2014/main" id="{BDFCCE1E-FA49-ED85-75E8-C57FD2E2F703}"/>
                  </a:ext>
                </a:extLst>
              </p:cNvPr>
              <p:cNvCxnSpPr>
                <a:cxnSpLocks/>
                <a:stCxn id="231" idx="6"/>
                <a:endCxn id="238" idx="2"/>
              </p:cNvCxnSpPr>
              <p:nvPr/>
            </p:nvCxnSpPr>
            <p:spPr>
              <a:xfrm flipH="1">
                <a:off x="4995332" y="2568222"/>
                <a:ext cx="931333" cy="846666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59" name="Straight Connector 258">
                <a:extLst>
                  <a:ext uri="{FF2B5EF4-FFF2-40B4-BE49-F238E27FC236}">
                    <a16:creationId xmlns:a16="http://schemas.microsoft.com/office/drawing/2014/main" id="{88F2EE28-614A-EE36-D118-8200D6822FC0}"/>
                  </a:ext>
                </a:extLst>
              </p:cNvPr>
              <p:cNvCxnSpPr>
                <a:cxnSpLocks/>
                <a:stCxn id="232" idx="6"/>
                <a:endCxn id="233" idx="2"/>
              </p:cNvCxnSpPr>
              <p:nvPr/>
            </p:nvCxnSpPr>
            <p:spPr>
              <a:xfrm flipH="1" flipV="1">
                <a:off x="4995331" y="1298223"/>
                <a:ext cx="931334" cy="1693332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60" name="Straight Connector 259">
                <a:extLst>
                  <a:ext uri="{FF2B5EF4-FFF2-40B4-BE49-F238E27FC236}">
                    <a16:creationId xmlns:a16="http://schemas.microsoft.com/office/drawing/2014/main" id="{1DDC3A30-A787-7969-8E1D-76A790A01297}"/>
                  </a:ext>
                </a:extLst>
              </p:cNvPr>
              <p:cNvCxnSpPr>
                <a:cxnSpLocks/>
                <a:stCxn id="232" idx="6"/>
                <a:endCxn id="234" idx="2"/>
              </p:cNvCxnSpPr>
              <p:nvPr/>
            </p:nvCxnSpPr>
            <p:spPr>
              <a:xfrm flipH="1" flipV="1">
                <a:off x="4995331" y="1721556"/>
                <a:ext cx="931334" cy="126999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61" name="Straight Connector 260">
                <a:extLst>
                  <a:ext uri="{FF2B5EF4-FFF2-40B4-BE49-F238E27FC236}">
                    <a16:creationId xmlns:a16="http://schemas.microsoft.com/office/drawing/2014/main" id="{A4EC5EA2-FC3C-99D1-7651-24BC9FCCB2A9}"/>
                  </a:ext>
                </a:extLst>
              </p:cNvPr>
              <p:cNvCxnSpPr>
                <a:cxnSpLocks/>
                <a:stCxn id="232" idx="6"/>
                <a:endCxn id="235" idx="2"/>
              </p:cNvCxnSpPr>
              <p:nvPr/>
            </p:nvCxnSpPr>
            <p:spPr>
              <a:xfrm flipH="1" flipV="1">
                <a:off x="4995332" y="2144889"/>
                <a:ext cx="931333" cy="846666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62" name="Straight Connector 261">
                <a:extLst>
                  <a:ext uri="{FF2B5EF4-FFF2-40B4-BE49-F238E27FC236}">
                    <a16:creationId xmlns:a16="http://schemas.microsoft.com/office/drawing/2014/main" id="{82850E95-A46D-EDC5-48F8-159D8AE67D6E}"/>
                  </a:ext>
                </a:extLst>
              </p:cNvPr>
              <p:cNvCxnSpPr>
                <a:cxnSpLocks/>
                <a:stCxn id="232" idx="6"/>
                <a:endCxn id="236" idx="2"/>
              </p:cNvCxnSpPr>
              <p:nvPr/>
            </p:nvCxnSpPr>
            <p:spPr>
              <a:xfrm flipH="1" flipV="1">
                <a:off x="4995332" y="2568222"/>
                <a:ext cx="931333" cy="423333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63" name="Straight Connector 262">
                <a:extLst>
                  <a:ext uri="{FF2B5EF4-FFF2-40B4-BE49-F238E27FC236}">
                    <a16:creationId xmlns:a16="http://schemas.microsoft.com/office/drawing/2014/main" id="{00936EDE-4313-7D20-F2DC-6512358A0304}"/>
                  </a:ext>
                </a:extLst>
              </p:cNvPr>
              <p:cNvCxnSpPr>
                <a:cxnSpLocks/>
                <a:stCxn id="232" idx="6"/>
                <a:endCxn id="237" idx="2"/>
              </p:cNvCxnSpPr>
              <p:nvPr/>
            </p:nvCxnSpPr>
            <p:spPr>
              <a:xfrm flipH="1">
                <a:off x="4995332" y="2991555"/>
                <a:ext cx="931333" cy="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64" name="Straight Connector 263">
                <a:extLst>
                  <a:ext uri="{FF2B5EF4-FFF2-40B4-BE49-F238E27FC236}">
                    <a16:creationId xmlns:a16="http://schemas.microsoft.com/office/drawing/2014/main" id="{A42DEFBD-7A6D-5554-8682-AAF1586CD087}"/>
                  </a:ext>
                </a:extLst>
              </p:cNvPr>
              <p:cNvCxnSpPr>
                <a:cxnSpLocks/>
                <a:stCxn id="232" idx="6"/>
                <a:endCxn id="238" idx="2"/>
              </p:cNvCxnSpPr>
              <p:nvPr/>
            </p:nvCxnSpPr>
            <p:spPr>
              <a:xfrm flipH="1">
                <a:off x="4995332" y="2991555"/>
                <a:ext cx="931333" cy="423333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65" name="Straight Connector 264">
                <a:extLst>
                  <a:ext uri="{FF2B5EF4-FFF2-40B4-BE49-F238E27FC236}">
                    <a16:creationId xmlns:a16="http://schemas.microsoft.com/office/drawing/2014/main" id="{78230C6C-2419-4C96-9837-49EF333E47B9}"/>
                  </a:ext>
                </a:extLst>
              </p:cNvPr>
              <p:cNvCxnSpPr>
                <a:cxnSpLocks/>
                <a:stCxn id="233" idx="6"/>
                <a:endCxn id="16" idx="6"/>
              </p:cNvCxnSpPr>
              <p:nvPr/>
            </p:nvCxnSpPr>
            <p:spPr>
              <a:xfrm flipH="1">
                <a:off x="3894666" y="1298223"/>
                <a:ext cx="841020" cy="846666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66" name="Straight Connector 265">
                <a:extLst>
                  <a:ext uri="{FF2B5EF4-FFF2-40B4-BE49-F238E27FC236}">
                    <a16:creationId xmlns:a16="http://schemas.microsoft.com/office/drawing/2014/main" id="{C85FB438-453D-D2C1-0E49-37C8BBC2E978}"/>
                  </a:ext>
                </a:extLst>
              </p:cNvPr>
              <p:cNvCxnSpPr>
                <a:cxnSpLocks/>
                <a:stCxn id="234" idx="6"/>
                <a:endCxn id="16" idx="6"/>
              </p:cNvCxnSpPr>
              <p:nvPr/>
            </p:nvCxnSpPr>
            <p:spPr>
              <a:xfrm flipH="1">
                <a:off x="3894666" y="1721556"/>
                <a:ext cx="841020" cy="423333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67" name="Straight Connector 266">
                <a:extLst>
                  <a:ext uri="{FF2B5EF4-FFF2-40B4-BE49-F238E27FC236}">
                    <a16:creationId xmlns:a16="http://schemas.microsoft.com/office/drawing/2014/main" id="{65FA34EF-8E55-AF68-E215-44C811EF9F74}"/>
                  </a:ext>
                </a:extLst>
              </p:cNvPr>
              <p:cNvCxnSpPr>
                <a:cxnSpLocks/>
                <a:stCxn id="235" idx="6"/>
                <a:endCxn id="16" idx="6"/>
              </p:cNvCxnSpPr>
              <p:nvPr/>
            </p:nvCxnSpPr>
            <p:spPr>
              <a:xfrm flipH="1">
                <a:off x="3894666" y="2144889"/>
                <a:ext cx="841021" cy="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68" name="Straight Connector 267">
                <a:extLst>
                  <a:ext uri="{FF2B5EF4-FFF2-40B4-BE49-F238E27FC236}">
                    <a16:creationId xmlns:a16="http://schemas.microsoft.com/office/drawing/2014/main" id="{75EA2B79-E40C-4B61-3C88-463A309FDECE}"/>
                  </a:ext>
                </a:extLst>
              </p:cNvPr>
              <p:cNvCxnSpPr>
                <a:cxnSpLocks/>
                <a:stCxn id="236" idx="6"/>
                <a:endCxn id="16" idx="6"/>
              </p:cNvCxnSpPr>
              <p:nvPr/>
            </p:nvCxnSpPr>
            <p:spPr>
              <a:xfrm flipH="1" flipV="1">
                <a:off x="3894666" y="2144889"/>
                <a:ext cx="841021" cy="423333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69" name="Straight Connector 268">
                <a:extLst>
                  <a:ext uri="{FF2B5EF4-FFF2-40B4-BE49-F238E27FC236}">
                    <a16:creationId xmlns:a16="http://schemas.microsoft.com/office/drawing/2014/main" id="{4BE8E19E-EFFE-A6F1-AA2C-1BC0AD30CD9F}"/>
                  </a:ext>
                </a:extLst>
              </p:cNvPr>
              <p:cNvCxnSpPr>
                <a:cxnSpLocks/>
                <a:stCxn id="237" idx="6"/>
                <a:endCxn id="16" idx="6"/>
              </p:cNvCxnSpPr>
              <p:nvPr/>
            </p:nvCxnSpPr>
            <p:spPr>
              <a:xfrm flipH="1" flipV="1">
                <a:off x="3894666" y="2144889"/>
                <a:ext cx="841021" cy="846666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0" name="Straight Connector 269">
                <a:extLst>
                  <a:ext uri="{FF2B5EF4-FFF2-40B4-BE49-F238E27FC236}">
                    <a16:creationId xmlns:a16="http://schemas.microsoft.com/office/drawing/2014/main" id="{84222B6A-57CE-3C84-63F8-635A485C71EA}"/>
                  </a:ext>
                </a:extLst>
              </p:cNvPr>
              <p:cNvCxnSpPr>
                <a:cxnSpLocks/>
                <a:stCxn id="238" idx="6"/>
                <a:endCxn id="16" idx="6"/>
              </p:cNvCxnSpPr>
              <p:nvPr/>
            </p:nvCxnSpPr>
            <p:spPr>
              <a:xfrm flipH="1" flipV="1">
                <a:off x="3894666" y="2144889"/>
                <a:ext cx="841021" cy="126999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1" name="Straight Connector 270">
                <a:extLst>
                  <a:ext uri="{FF2B5EF4-FFF2-40B4-BE49-F238E27FC236}">
                    <a16:creationId xmlns:a16="http://schemas.microsoft.com/office/drawing/2014/main" id="{D0AF1414-4D97-F220-6BB8-402E72AA3B74}"/>
                  </a:ext>
                </a:extLst>
              </p:cNvPr>
              <p:cNvCxnSpPr>
                <a:cxnSpLocks/>
                <a:stCxn id="233" idx="6"/>
                <a:endCxn id="17" idx="6"/>
              </p:cNvCxnSpPr>
              <p:nvPr/>
            </p:nvCxnSpPr>
            <p:spPr>
              <a:xfrm flipH="1">
                <a:off x="3894666" y="1298223"/>
                <a:ext cx="841020" cy="126999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2" name="Straight Connector 271">
                <a:extLst>
                  <a:ext uri="{FF2B5EF4-FFF2-40B4-BE49-F238E27FC236}">
                    <a16:creationId xmlns:a16="http://schemas.microsoft.com/office/drawing/2014/main" id="{1B2D90A2-4A95-C123-4D8A-22521218EBDA}"/>
                  </a:ext>
                </a:extLst>
              </p:cNvPr>
              <p:cNvCxnSpPr>
                <a:cxnSpLocks/>
                <a:stCxn id="234" idx="6"/>
                <a:endCxn id="17" idx="6"/>
              </p:cNvCxnSpPr>
              <p:nvPr/>
            </p:nvCxnSpPr>
            <p:spPr>
              <a:xfrm flipH="1">
                <a:off x="3894666" y="1721556"/>
                <a:ext cx="841020" cy="846666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3" name="Straight Connector 272">
                <a:extLst>
                  <a:ext uri="{FF2B5EF4-FFF2-40B4-BE49-F238E27FC236}">
                    <a16:creationId xmlns:a16="http://schemas.microsoft.com/office/drawing/2014/main" id="{B5150213-1A56-B985-8742-2AF3F1CB4647}"/>
                  </a:ext>
                </a:extLst>
              </p:cNvPr>
              <p:cNvCxnSpPr>
                <a:cxnSpLocks/>
                <a:stCxn id="235" idx="6"/>
                <a:endCxn id="17" idx="6"/>
              </p:cNvCxnSpPr>
              <p:nvPr/>
            </p:nvCxnSpPr>
            <p:spPr>
              <a:xfrm flipH="1">
                <a:off x="3894666" y="2144889"/>
                <a:ext cx="841021" cy="423333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4" name="Straight Connector 273">
                <a:extLst>
                  <a:ext uri="{FF2B5EF4-FFF2-40B4-BE49-F238E27FC236}">
                    <a16:creationId xmlns:a16="http://schemas.microsoft.com/office/drawing/2014/main" id="{623E0949-2B54-CE40-C7F5-A2B4215421CB}"/>
                  </a:ext>
                </a:extLst>
              </p:cNvPr>
              <p:cNvCxnSpPr>
                <a:cxnSpLocks/>
                <a:stCxn id="236" idx="6"/>
                <a:endCxn id="17" idx="6"/>
              </p:cNvCxnSpPr>
              <p:nvPr/>
            </p:nvCxnSpPr>
            <p:spPr>
              <a:xfrm flipH="1">
                <a:off x="3894666" y="2568222"/>
                <a:ext cx="841021" cy="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5" name="Straight Connector 274">
                <a:extLst>
                  <a:ext uri="{FF2B5EF4-FFF2-40B4-BE49-F238E27FC236}">
                    <a16:creationId xmlns:a16="http://schemas.microsoft.com/office/drawing/2014/main" id="{815B823C-4186-F962-EA70-4DF2B373FD95}"/>
                  </a:ext>
                </a:extLst>
              </p:cNvPr>
              <p:cNvCxnSpPr>
                <a:cxnSpLocks/>
                <a:stCxn id="237" idx="6"/>
                <a:endCxn id="17" idx="6"/>
              </p:cNvCxnSpPr>
              <p:nvPr/>
            </p:nvCxnSpPr>
            <p:spPr>
              <a:xfrm flipH="1" flipV="1">
                <a:off x="3894666" y="2568222"/>
                <a:ext cx="841021" cy="423333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6" name="Straight Connector 275">
                <a:extLst>
                  <a:ext uri="{FF2B5EF4-FFF2-40B4-BE49-F238E27FC236}">
                    <a16:creationId xmlns:a16="http://schemas.microsoft.com/office/drawing/2014/main" id="{3D5F86EB-3AA9-FCE7-688B-86DFA4133582}"/>
                  </a:ext>
                </a:extLst>
              </p:cNvPr>
              <p:cNvCxnSpPr>
                <a:cxnSpLocks/>
                <a:stCxn id="238" idx="6"/>
                <a:endCxn id="17" idx="6"/>
              </p:cNvCxnSpPr>
              <p:nvPr/>
            </p:nvCxnSpPr>
            <p:spPr>
              <a:xfrm flipH="1" flipV="1">
                <a:off x="3894666" y="2568222"/>
                <a:ext cx="841021" cy="846666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289" name="TextBox 288">
                    <a:extLst>
                      <a:ext uri="{FF2B5EF4-FFF2-40B4-BE49-F238E27FC236}">
                        <a16:creationId xmlns:a16="http://schemas.microsoft.com/office/drawing/2014/main" id="{4B357AAF-93FB-924F-F806-9814E0BC653D}"/>
                      </a:ext>
                    </a:extLst>
                  </p:cNvPr>
                  <p:cNvSpPr txBox="1"/>
                  <p:nvPr/>
                </p:nvSpPr>
                <p:spPr>
                  <a:xfrm>
                    <a:off x="1347797" y="3558084"/>
                    <a:ext cx="196913" cy="307777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oMath>
                      </m:oMathPara>
                    </a14:m>
                    <a:endParaRPr lang="en-US" sz="1400" dirty="0"/>
                  </a:p>
                </p:txBody>
              </p:sp>
            </mc:Choice>
            <mc:Fallback>
              <p:sp>
                <p:nvSpPr>
                  <p:cNvPr id="289" name="TextBox 288">
                    <a:extLst>
                      <a:ext uri="{FF2B5EF4-FFF2-40B4-BE49-F238E27FC236}">
                        <a16:creationId xmlns:a16="http://schemas.microsoft.com/office/drawing/2014/main" id="{4B357AAF-93FB-924F-F806-9814E0BC653D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347797" y="3558084"/>
                    <a:ext cx="196913" cy="307777"/>
                  </a:xfrm>
                  <a:prstGeom prst="rect">
                    <a:avLst/>
                  </a:prstGeom>
                  <a:blipFill>
                    <a:blip r:embed="rId2"/>
                    <a:stretch>
                      <a:fillRect l="-37500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290" name="TextBox 289">
                    <a:extLst>
                      <a:ext uri="{FF2B5EF4-FFF2-40B4-BE49-F238E27FC236}">
                        <a16:creationId xmlns:a16="http://schemas.microsoft.com/office/drawing/2014/main" id="{F2AAE9C8-2CEF-4472-6412-7980D490DF5A}"/>
                      </a:ext>
                    </a:extLst>
                  </p:cNvPr>
                  <p:cNvSpPr txBox="1"/>
                  <p:nvPr/>
                </p:nvSpPr>
                <p:spPr>
                  <a:xfrm>
                    <a:off x="3729013" y="3558084"/>
                    <a:ext cx="180690" cy="307777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𝑧</m:t>
                          </m:r>
                        </m:oMath>
                      </m:oMathPara>
                    </a14:m>
                    <a:endParaRPr lang="en-US" sz="2000" dirty="0"/>
                  </a:p>
                </p:txBody>
              </p:sp>
            </mc:Choice>
            <mc:Fallback>
              <p:sp>
                <p:nvSpPr>
                  <p:cNvPr id="290" name="TextBox 289">
                    <a:extLst>
                      <a:ext uri="{FF2B5EF4-FFF2-40B4-BE49-F238E27FC236}">
                        <a16:creationId xmlns:a16="http://schemas.microsoft.com/office/drawing/2014/main" id="{F2AAE9C8-2CEF-4472-6412-7980D490DF5A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729013" y="3558084"/>
                    <a:ext cx="180690" cy="307777"/>
                  </a:xfrm>
                  <a:prstGeom prst="rect">
                    <a:avLst/>
                  </a:prstGeom>
                  <a:blipFill>
                    <a:blip r:embed="rId3"/>
                    <a:stretch>
                      <a:fillRect l="-33333" r="-6667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291" name="TextBox 290">
                    <a:extLst>
                      <a:ext uri="{FF2B5EF4-FFF2-40B4-BE49-F238E27FC236}">
                        <a16:creationId xmlns:a16="http://schemas.microsoft.com/office/drawing/2014/main" id="{3EFAC041-B17B-B5F9-29F5-00A03F2D47FE}"/>
                      </a:ext>
                    </a:extLst>
                  </p:cNvPr>
                  <p:cNvSpPr txBox="1"/>
                  <p:nvPr/>
                </p:nvSpPr>
                <p:spPr>
                  <a:xfrm>
                    <a:off x="5939742" y="3558084"/>
                    <a:ext cx="254877" cy="307777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′</m:t>
                          </m:r>
                        </m:oMath>
                      </m:oMathPara>
                    </a14:m>
                    <a:endParaRPr lang="en-US" sz="1400" dirty="0"/>
                  </a:p>
                </p:txBody>
              </p:sp>
            </mc:Choice>
            <mc:Fallback>
              <p:sp>
                <p:nvSpPr>
                  <p:cNvPr id="291" name="TextBox 290">
                    <a:extLst>
                      <a:ext uri="{FF2B5EF4-FFF2-40B4-BE49-F238E27FC236}">
                        <a16:creationId xmlns:a16="http://schemas.microsoft.com/office/drawing/2014/main" id="{3EFAC041-B17B-B5F9-29F5-00A03F2D47FE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939742" y="3558084"/>
                    <a:ext cx="254877" cy="307777"/>
                  </a:xfrm>
                  <a:prstGeom prst="rect">
                    <a:avLst/>
                  </a:prstGeom>
                  <a:blipFill>
                    <a:blip r:embed="rId4"/>
                    <a:stretch>
                      <a:fillRect l="-38095" r="-19048" b="-8000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293" name="Straight Arrow Connector 292">
                <a:extLst>
                  <a:ext uri="{FF2B5EF4-FFF2-40B4-BE49-F238E27FC236}">
                    <a16:creationId xmlns:a16="http://schemas.microsoft.com/office/drawing/2014/main" id="{632BBD09-F967-34CD-D8C1-ABBF8319A744}"/>
                  </a:ext>
                </a:extLst>
              </p:cNvPr>
              <p:cNvCxnSpPr/>
              <p:nvPr/>
            </p:nvCxnSpPr>
            <p:spPr>
              <a:xfrm>
                <a:off x="1452852" y="903111"/>
                <a:ext cx="2308678" cy="0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triangle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294" name="TextBox 293">
                    <a:extLst>
                      <a:ext uri="{FF2B5EF4-FFF2-40B4-BE49-F238E27FC236}">
                        <a16:creationId xmlns:a16="http://schemas.microsoft.com/office/drawing/2014/main" id="{BD159EEF-D93F-CBB5-81EC-A655E3B5F8BB}"/>
                      </a:ext>
                    </a:extLst>
                  </p:cNvPr>
                  <p:cNvSpPr txBox="1"/>
                  <p:nvPr/>
                </p:nvSpPr>
                <p:spPr>
                  <a:xfrm>
                    <a:off x="2571094" y="539955"/>
                    <a:ext cx="201465" cy="307777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𝑓</m:t>
                          </m:r>
                        </m:oMath>
                      </m:oMathPara>
                    </a14:m>
                    <a:endParaRPr lang="en-US" sz="1400" dirty="0"/>
                  </a:p>
                </p:txBody>
              </p:sp>
            </mc:Choice>
            <mc:Fallback>
              <p:sp>
                <p:nvSpPr>
                  <p:cNvPr id="294" name="TextBox 293">
                    <a:extLst>
                      <a:ext uri="{FF2B5EF4-FFF2-40B4-BE49-F238E27FC236}">
                        <a16:creationId xmlns:a16="http://schemas.microsoft.com/office/drawing/2014/main" id="{BD159EEF-D93F-CBB5-81EC-A655E3B5F8BB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571094" y="539955"/>
                    <a:ext cx="201465" cy="307777"/>
                  </a:xfrm>
                  <a:prstGeom prst="rect">
                    <a:avLst/>
                  </a:prstGeom>
                  <a:blipFill>
                    <a:blip r:embed="rId5"/>
                    <a:stretch>
                      <a:fillRect l="-41176" r="-35294" b="-32000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295" name="Straight Arrow Connector 294">
                <a:extLst>
                  <a:ext uri="{FF2B5EF4-FFF2-40B4-BE49-F238E27FC236}">
                    <a16:creationId xmlns:a16="http://schemas.microsoft.com/office/drawing/2014/main" id="{98B43E6C-1623-1C65-795F-8942ABBC3862}"/>
                  </a:ext>
                </a:extLst>
              </p:cNvPr>
              <p:cNvCxnSpPr/>
              <p:nvPr/>
            </p:nvCxnSpPr>
            <p:spPr>
              <a:xfrm>
                <a:off x="3787322" y="903111"/>
                <a:ext cx="2308678" cy="0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triangle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296" name="TextBox 295">
                    <a:extLst>
                      <a:ext uri="{FF2B5EF4-FFF2-40B4-BE49-F238E27FC236}">
                        <a16:creationId xmlns:a16="http://schemas.microsoft.com/office/drawing/2014/main" id="{EFA4198A-5268-F3A5-6839-1C4931879763}"/>
                      </a:ext>
                    </a:extLst>
                  </p:cNvPr>
                  <p:cNvSpPr txBox="1"/>
                  <p:nvPr/>
                </p:nvSpPr>
                <p:spPr>
                  <a:xfrm>
                    <a:off x="4589475" y="547470"/>
                    <a:ext cx="465512" cy="307777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p>
                            <m:sSupPr>
                              <m:ctrlPr>
                                <a:rPr lang="en-GB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GB" sz="2000" b="0" i="1" smtClean="0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p>
                              <m:r>
                                <a:rPr lang="en-GB" sz="2000" b="0" i="1" smtClean="0"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sup>
                          </m:sSup>
                        </m:oMath>
                      </m:oMathPara>
                    </a14:m>
                    <a:endParaRPr lang="en-US" sz="1400" dirty="0"/>
                  </a:p>
                </p:txBody>
              </p:sp>
            </mc:Choice>
            <mc:Fallback>
              <p:sp>
                <p:nvSpPr>
                  <p:cNvPr id="296" name="TextBox 295">
                    <a:extLst>
                      <a:ext uri="{FF2B5EF4-FFF2-40B4-BE49-F238E27FC236}">
                        <a16:creationId xmlns:a16="http://schemas.microsoft.com/office/drawing/2014/main" id="{EFA4198A-5268-F3A5-6839-1C4931879763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589475" y="547470"/>
                    <a:ext cx="465512" cy="307777"/>
                  </a:xfrm>
                  <a:prstGeom prst="rect">
                    <a:avLst/>
                  </a:prstGeom>
                  <a:blipFill>
                    <a:blip r:embed="rId6"/>
                    <a:stretch>
                      <a:fillRect l="-18919" r="-5405" b="-32000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297" name="TextBox 296">
                <a:extLst>
                  <a:ext uri="{FF2B5EF4-FFF2-40B4-BE49-F238E27FC236}">
                    <a16:creationId xmlns:a16="http://schemas.microsoft.com/office/drawing/2014/main" id="{9EBD67E0-908A-4FF7-2D8E-59FE06D2A48D}"/>
                  </a:ext>
                </a:extLst>
              </p:cNvPr>
              <p:cNvSpPr txBox="1"/>
              <p:nvPr/>
            </p:nvSpPr>
            <p:spPr>
              <a:xfrm>
                <a:off x="835197" y="3835725"/>
                <a:ext cx="119962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Input data</a:t>
                </a:r>
              </a:p>
            </p:txBody>
          </p:sp>
          <p:sp>
            <p:nvSpPr>
              <p:cNvPr id="298" name="TextBox 297">
                <a:extLst>
                  <a:ext uri="{FF2B5EF4-FFF2-40B4-BE49-F238E27FC236}">
                    <a16:creationId xmlns:a16="http://schemas.microsoft.com/office/drawing/2014/main" id="{13114CFC-6929-7B3B-A140-1CAAB73F6755}"/>
                  </a:ext>
                </a:extLst>
              </p:cNvPr>
              <p:cNvSpPr txBox="1"/>
              <p:nvPr/>
            </p:nvSpPr>
            <p:spPr>
              <a:xfrm>
                <a:off x="2600101" y="3835725"/>
                <a:ext cx="232948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dirty="0"/>
                  <a:t>Latent representation</a:t>
                </a:r>
              </a:p>
            </p:txBody>
          </p:sp>
          <p:sp>
            <p:nvSpPr>
              <p:cNvPr id="299" name="TextBox 298">
                <a:extLst>
                  <a:ext uri="{FF2B5EF4-FFF2-40B4-BE49-F238E27FC236}">
                    <a16:creationId xmlns:a16="http://schemas.microsoft.com/office/drawing/2014/main" id="{AFE562DD-877F-DC4B-6196-9A57CF2F3E91}"/>
                  </a:ext>
                </a:extLst>
              </p:cNvPr>
              <p:cNvSpPr txBox="1"/>
              <p:nvPr/>
            </p:nvSpPr>
            <p:spPr>
              <a:xfrm>
                <a:off x="5203436" y="3835725"/>
                <a:ext cx="171739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dirty="0"/>
                  <a:t>Reconstruction</a:t>
                </a:r>
              </a:p>
            </p:txBody>
          </p:sp>
          <p:sp>
            <p:nvSpPr>
              <p:cNvPr id="300" name="TextBox 299">
                <a:extLst>
                  <a:ext uri="{FF2B5EF4-FFF2-40B4-BE49-F238E27FC236}">
                    <a16:creationId xmlns:a16="http://schemas.microsoft.com/office/drawing/2014/main" id="{98492E3C-A102-4550-C3AC-7296FBF87C92}"/>
                  </a:ext>
                </a:extLst>
              </p:cNvPr>
              <p:cNvSpPr txBox="1"/>
              <p:nvPr/>
            </p:nvSpPr>
            <p:spPr>
              <a:xfrm>
                <a:off x="1393338" y="885037"/>
                <a:ext cx="1016625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i="1" dirty="0"/>
                  <a:t>Encoder</a:t>
                </a:r>
              </a:p>
            </p:txBody>
          </p:sp>
          <p:sp>
            <p:nvSpPr>
              <p:cNvPr id="301" name="TextBox 300">
                <a:extLst>
                  <a:ext uri="{FF2B5EF4-FFF2-40B4-BE49-F238E27FC236}">
                    <a16:creationId xmlns:a16="http://schemas.microsoft.com/office/drawing/2014/main" id="{E8B0D2A9-4F10-4079-4E04-7A49769D6333}"/>
                  </a:ext>
                </a:extLst>
              </p:cNvPr>
              <p:cNvSpPr txBox="1"/>
              <p:nvPr/>
            </p:nvSpPr>
            <p:spPr>
              <a:xfrm>
                <a:off x="3747907" y="885037"/>
                <a:ext cx="104227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i="1" dirty="0"/>
                  <a:t>Decoder</a:t>
                </a:r>
              </a:p>
            </p:txBody>
          </p:sp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302" name="TextBox 301">
                    <a:extLst>
                      <a:ext uri="{FF2B5EF4-FFF2-40B4-BE49-F238E27FC236}">
                        <a16:creationId xmlns:a16="http://schemas.microsoft.com/office/drawing/2014/main" id="{B5715E37-4E8A-B3D6-D77C-2D50B365EBF8}"/>
                      </a:ext>
                    </a:extLst>
                  </p:cNvPr>
                  <p:cNvSpPr txBox="1"/>
                  <p:nvPr/>
                </p:nvSpPr>
                <p:spPr>
                  <a:xfrm>
                    <a:off x="3664431" y="1955645"/>
                    <a:ext cx="200824" cy="307777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lang="en-GB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𝜇</m:t>
                          </m:r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>
              <p:sp>
                <p:nvSpPr>
                  <p:cNvPr id="302" name="TextBox 301">
                    <a:extLst>
                      <a:ext uri="{FF2B5EF4-FFF2-40B4-BE49-F238E27FC236}">
                        <a16:creationId xmlns:a16="http://schemas.microsoft.com/office/drawing/2014/main" id="{B5715E37-4E8A-B3D6-D77C-2D50B365EBF8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664431" y="1955645"/>
                    <a:ext cx="200824" cy="307777"/>
                  </a:xfrm>
                  <a:prstGeom prst="rect">
                    <a:avLst/>
                  </a:prstGeom>
                  <a:blipFill>
                    <a:blip r:embed="rId7"/>
                    <a:stretch>
                      <a:fillRect l="-29412" r="-23529" b="-20000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303" name="TextBox 302">
                    <a:extLst>
                      <a:ext uri="{FF2B5EF4-FFF2-40B4-BE49-F238E27FC236}">
                        <a16:creationId xmlns:a16="http://schemas.microsoft.com/office/drawing/2014/main" id="{AC8EF367-5173-0BD9-729E-4044F4E1539B}"/>
                      </a:ext>
                    </a:extLst>
                  </p:cNvPr>
                  <p:cNvSpPr txBox="1"/>
                  <p:nvPr/>
                </p:nvSpPr>
                <p:spPr>
                  <a:xfrm>
                    <a:off x="3664431" y="2391754"/>
                    <a:ext cx="209866" cy="307777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lang="en-GB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𝜎</m:t>
                          </m:r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>
              <p:sp>
                <p:nvSpPr>
                  <p:cNvPr id="303" name="TextBox 302">
                    <a:extLst>
                      <a:ext uri="{FF2B5EF4-FFF2-40B4-BE49-F238E27FC236}">
                        <a16:creationId xmlns:a16="http://schemas.microsoft.com/office/drawing/2014/main" id="{AC8EF367-5173-0BD9-729E-4044F4E1539B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664431" y="2391754"/>
                    <a:ext cx="209866" cy="307777"/>
                  </a:xfrm>
                  <a:prstGeom prst="rect">
                    <a:avLst/>
                  </a:prstGeom>
                  <a:blipFill>
                    <a:blip r:embed="rId8"/>
                    <a:stretch>
                      <a:fillRect l="-11111" r="-11111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304" name="TextBox 303">
                    <a:extLst>
                      <a:ext uri="{FF2B5EF4-FFF2-40B4-BE49-F238E27FC236}">
                        <a16:creationId xmlns:a16="http://schemas.microsoft.com/office/drawing/2014/main" id="{4ED65A5E-425F-9893-7D51-E0AE008375E4}"/>
                      </a:ext>
                    </a:extLst>
                  </p:cNvPr>
                  <p:cNvSpPr txBox="1"/>
                  <p:nvPr/>
                </p:nvSpPr>
                <p:spPr>
                  <a:xfrm>
                    <a:off x="2435196" y="4207020"/>
                    <a:ext cx="2710294" cy="36933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𝑞</m:t>
                          </m:r>
                          <m:d>
                            <m:dPr>
                              <m:ctrlP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  <m:e>
                              <m: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d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en-GB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𝒩</m:t>
                          </m:r>
                          <m:d>
                            <m:dPr>
                              <m:ctrlPr>
                                <a:rPr lang="en-GB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GB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𝜇</m:t>
                              </m:r>
                              <m:d>
                                <m:dPr>
                                  <m:ctrlPr>
                                    <a:rPr lang="en-GB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GB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</m:d>
                              <m:r>
                                <a:rPr lang="en-GB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</m:t>
                              </m:r>
                              <m:sSup>
                                <m:sSupPr>
                                  <m:ctrlPr>
                                    <a:rPr lang="en-GB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GB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𝜎</m:t>
                                  </m:r>
                                  <m:d>
                                    <m:dPr>
                                      <m:ctrlPr>
                                        <a:rPr lang="en-GB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GB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</m:d>
                                </m:e>
                                <m:sup>
                                  <m:r>
                                    <a:rPr lang="en-GB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e>
                          </m:d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>
              <p:sp>
                <p:nvSpPr>
                  <p:cNvPr id="304" name="TextBox 303">
                    <a:extLst>
                      <a:ext uri="{FF2B5EF4-FFF2-40B4-BE49-F238E27FC236}">
                        <a16:creationId xmlns:a16="http://schemas.microsoft.com/office/drawing/2014/main" id="{4ED65A5E-425F-9893-7D51-E0AE008375E4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435196" y="4207020"/>
                    <a:ext cx="2710294" cy="369332"/>
                  </a:xfrm>
                  <a:prstGeom prst="rect">
                    <a:avLst/>
                  </a:prstGeom>
                  <a:blipFill>
                    <a:blip r:embed="rId9"/>
                    <a:stretch>
                      <a:fillRect b="-6667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sp>
          <p:nvSpPr>
            <p:cNvPr id="307" name="Bent Arrow 306">
              <a:extLst>
                <a:ext uri="{FF2B5EF4-FFF2-40B4-BE49-F238E27FC236}">
                  <a16:creationId xmlns:a16="http://schemas.microsoft.com/office/drawing/2014/main" id="{C635D839-19CE-CAB9-4FBC-6479C3854E63}"/>
                </a:ext>
              </a:extLst>
            </p:cNvPr>
            <p:cNvSpPr/>
            <p:nvPr/>
          </p:nvSpPr>
          <p:spPr>
            <a:xfrm rot="16200000">
              <a:off x="1755535" y="3865682"/>
              <a:ext cx="656493" cy="1647095"/>
            </a:xfrm>
            <a:prstGeom prst="bentArrow">
              <a:avLst>
                <a:gd name="adj1" fmla="val 11335"/>
                <a:gd name="adj2" fmla="val 16925"/>
                <a:gd name="adj3" fmla="val 25000"/>
                <a:gd name="adj4" fmla="val 43750"/>
              </a:avLst>
            </a:prstGeom>
            <a:solidFill>
              <a:schemeClr val="bg2">
                <a:lumMod val="9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308" name="Bent Arrow 307">
              <a:extLst>
                <a:ext uri="{FF2B5EF4-FFF2-40B4-BE49-F238E27FC236}">
                  <a16:creationId xmlns:a16="http://schemas.microsoft.com/office/drawing/2014/main" id="{E55AA03C-FAD3-EACA-50BA-5E8ACD42E854}"/>
                </a:ext>
              </a:extLst>
            </p:cNvPr>
            <p:cNvSpPr/>
            <p:nvPr/>
          </p:nvSpPr>
          <p:spPr>
            <a:xfrm rot="5400000" flipH="1">
              <a:off x="5032131" y="3865682"/>
              <a:ext cx="656494" cy="1647095"/>
            </a:xfrm>
            <a:prstGeom prst="bentArrow">
              <a:avLst>
                <a:gd name="adj1" fmla="val 11335"/>
                <a:gd name="adj2" fmla="val 16925"/>
                <a:gd name="adj3" fmla="val 25000"/>
                <a:gd name="adj4" fmla="val 43750"/>
              </a:avLst>
            </a:prstGeom>
            <a:solidFill>
              <a:schemeClr val="bg2">
                <a:lumMod val="9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09" name="TextBox 308">
                  <a:extLst>
                    <a:ext uri="{FF2B5EF4-FFF2-40B4-BE49-F238E27FC236}">
                      <a16:creationId xmlns:a16="http://schemas.microsoft.com/office/drawing/2014/main" id="{C4997888-063B-ECE5-E143-F2380CE5FC03}"/>
                    </a:ext>
                  </a:extLst>
                </p:cNvPr>
                <p:cNvSpPr txBox="1"/>
                <p:nvPr/>
              </p:nvSpPr>
              <p:spPr>
                <a:xfrm>
                  <a:off x="1901651" y="4770511"/>
                  <a:ext cx="3777381" cy="769441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ctr"/>
                  <a:r>
                    <a:rPr lang="en-US" u="sng" dirty="0"/>
                    <a:t>Training loss</a:t>
                  </a:r>
                </a:p>
                <a:p>
                  <a:pPr algn="ctr"/>
                  <a:endParaRPr lang="en-US" sz="800" dirty="0"/>
                </a:p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ℒ</m:t>
                        </m:r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=|</m:t>
                        </m:r>
                        <m:d>
                          <m:dPr>
                            <m:begChr m:val="|"/>
                            <m:endChr m:val="|"/>
                            <m:ctrlPr>
                              <a:rPr lang="en-GB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p>
                              <m:sSupPr>
                                <m:ctrlP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p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′</m:t>
                                </m:r>
                              </m:sup>
                            </m:sSup>
                            <m:r>
                              <a:rPr lang="en-GB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GB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</m:d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|</m:t>
                        </m:r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m:rPr>
                            <m:sty m:val="p"/>
                          </m:rPr>
                          <a:rPr lang="en-GB" b="0" i="0" smtClean="0">
                            <a:latin typeface="Cambria Math" panose="02040503050406030204" pitchFamily="18" charset="0"/>
                          </a:rPr>
                          <m:t>KL</m:t>
                        </m:r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𝑞</m:t>
                        </m:r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𝑧</m:t>
                        </m:r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|</m:t>
                        </m:r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), </m:t>
                        </m:r>
                        <m:r>
                          <a:rPr lang="en-GB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𝒩</m:t>
                        </m:r>
                        <m:d>
                          <m:dPr>
                            <m:ctrlPr>
                              <a:rPr lang="en-GB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GB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0</m:t>
                            </m:r>
                            <m:r>
                              <a:rPr lang="en-GB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GB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en-US" i="1" dirty="0"/>
                </a:p>
              </p:txBody>
            </p:sp>
          </mc:Choice>
          <mc:Fallback>
            <p:sp>
              <p:nvSpPr>
                <p:cNvPr id="309" name="TextBox 308">
                  <a:extLst>
                    <a:ext uri="{FF2B5EF4-FFF2-40B4-BE49-F238E27FC236}">
                      <a16:creationId xmlns:a16="http://schemas.microsoft.com/office/drawing/2014/main" id="{C4997888-063B-ECE5-E143-F2380CE5FC0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901651" y="4770511"/>
                  <a:ext cx="3777381" cy="769441"/>
                </a:xfrm>
                <a:prstGeom prst="rect">
                  <a:avLst/>
                </a:prstGeom>
                <a:blipFill>
                  <a:blip r:embed="rId10"/>
                  <a:stretch>
                    <a:fillRect t="-3226" b="-645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48504759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6B0BC6-3F30-1B32-AF73-13478B256D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6" name="Group 85">
            <a:extLst>
              <a:ext uri="{FF2B5EF4-FFF2-40B4-BE49-F238E27FC236}">
                <a16:creationId xmlns:a16="http://schemas.microsoft.com/office/drawing/2014/main" id="{9F0B1520-F715-1B8D-4B95-FC7CB0EC59BE}"/>
              </a:ext>
            </a:extLst>
          </p:cNvPr>
          <p:cNvGrpSpPr/>
          <p:nvPr/>
        </p:nvGrpSpPr>
        <p:grpSpPr>
          <a:xfrm>
            <a:off x="567346" y="445477"/>
            <a:ext cx="6560285" cy="4076647"/>
            <a:chOff x="567346" y="445477"/>
            <a:chExt cx="6560285" cy="4076647"/>
          </a:xfrm>
        </p:grpSpPr>
        <p:sp>
          <p:nvSpPr>
            <p:cNvPr id="306" name="Rectangle 305">
              <a:extLst>
                <a:ext uri="{FF2B5EF4-FFF2-40B4-BE49-F238E27FC236}">
                  <a16:creationId xmlns:a16="http://schemas.microsoft.com/office/drawing/2014/main" id="{5E3B5C43-B36E-2DB4-076D-E56E5A815F80}"/>
                </a:ext>
              </a:extLst>
            </p:cNvPr>
            <p:cNvSpPr/>
            <p:nvPr/>
          </p:nvSpPr>
          <p:spPr>
            <a:xfrm>
              <a:off x="567346" y="445477"/>
              <a:ext cx="6560285" cy="4076647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2" name="Group 1">
              <a:extLst>
                <a:ext uri="{FF2B5EF4-FFF2-40B4-BE49-F238E27FC236}">
                  <a16:creationId xmlns:a16="http://schemas.microsoft.com/office/drawing/2014/main" id="{D89DC090-6F56-DB34-E150-28753B12F5EF}"/>
                </a:ext>
              </a:extLst>
            </p:cNvPr>
            <p:cNvGrpSpPr/>
            <p:nvPr/>
          </p:nvGrpSpPr>
          <p:grpSpPr>
            <a:xfrm>
              <a:off x="1210783" y="1179811"/>
              <a:ext cx="2551289" cy="2376310"/>
              <a:chOff x="1210783" y="1179811"/>
              <a:chExt cx="2551289" cy="2376310"/>
            </a:xfrm>
          </p:grpSpPr>
          <p:sp>
            <p:nvSpPr>
              <p:cNvPr id="16" name="Oval 15">
                <a:extLst>
                  <a:ext uri="{FF2B5EF4-FFF2-40B4-BE49-F238E27FC236}">
                    <a16:creationId xmlns:a16="http://schemas.microsoft.com/office/drawing/2014/main" id="{662427CF-ABE0-E422-B460-1238F2AA4E5F}"/>
                  </a:ext>
                </a:extLst>
              </p:cNvPr>
              <p:cNvSpPr/>
              <p:nvPr/>
            </p:nvSpPr>
            <p:spPr>
              <a:xfrm>
                <a:off x="1210783" y="2026477"/>
                <a:ext cx="259645" cy="259645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7" name="Oval 16">
                <a:extLst>
                  <a:ext uri="{FF2B5EF4-FFF2-40B4-BE49-F238E27FC236}">
                    <a16:creationId xmlns:a16="http://schemas.microsoft.com/office/drawing/2014/main" id="{8DC5FB3B-0B08-1730-700D-D6EC54637663}"/>
                  </a:ext>
                </a:extLst>
              </p:cNvPr>
              <p:cNvSpPr/>
              <p:nvPr/>
            </p:nvSpPr>
            <p:spPr>
              <a:xfrm>
                <a:off x="1210783" y="2449810"/>
                <a:ext cx="259645" cy="259645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29" name="Oval 228">
                <a:extLst>
                  <a:ext uri="{FF2B5EF4-FFF2-40B4-BE49-F238E27FC236}">
                    <a16:creationId xmlns:a16="http://schemas.microsoft.com/office/drawing/2014/main" id="{0F590369-237C-88E5-23A8-F7CA33DAC8DE}"/>
                  </a:ext>
                </a:extLst>
              </p:cNvPr>
              <p:cNvSpPr/>
              <p:nvPr/>
            </p:nvSpPr>
            <p:spPr>
              <a:xfrm flipH="1">
                <a:off x="3502426" y="1603144"/>
                <a:ext cx="259645" cy="259645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30" name="Oval 229">
                <a:extLst>
                  <a:ext uri="{FF2B5EF4-FFF2-40B4-BE49-F238E27FC236}">
                    <a16:creationId xmlns:a16="http://schemas.microsoft.com/office/drawing/2014/main" id="{9277CFC3-55F3-4DE2-6838-19A734FA4541}"/>
                  </a:ext>
                </a:extLst>
              </p:cNvPr>
              <p:cNvSpPr/>
              <p:nvPr/>
            </p:nvSpPr>
            <p:spPr>
              <a:xfrm flipH="1">
                <a:off x="3502426" y="2026477"/>
                <a:ext cx="259645" cy="259645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31" name="Oval 230">
                <a:extLst>
                  <a:ext uri="{FF2B5EF4-FFF2-40B4-BE49-F238E27FC236}">
                    <a16:creationId xmlns:a16="http://schemas.microsoft.com/office/drawing/2014/main" id="{5902D8CA-D674-6F82-42C9-8272DCB746A9}"/>
                  </a:ext>
                </a:extLst>
              </p:cNvPr>
              <p:cNvSpPr/>
              <p:nvPr/>
            </p:nvSpPr>
            <p:spPr>
              <a:xfrm flipH="1">
                <a:off x="3502427" y="2449810"/>
                <a:ext cx="259645" cy="259645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32" name="Oval 231">
                <a:extLst>
                  <a:ext uri="{FF2B5EF4-FFF2-40B4-BE49-F238E27FC236}">
                    <a16:creationId xmlns:a16="http://schemas.microsoft.com/office/drawing/2014/main" id="{3BF431D4-671B-6B38-5882-CFF0E72AFEFA}"/>
                  </a:ext>
                </a:extLst>
              </p:cNvPr>
              <p:cNvSpPr/>
              <p:nvPr/>
            </p:nvSpPr>
            <p:spPr>
              <a:xfrm flipH="1">
                <a:off x="3502427" y="2873143"/>
                <a:ext cx="259645" cy="259645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33" name="Oval 232">
                <a:extLst>
                  <a:ext uri="{FF2B5EF4-FFF2-40B4-BE49-F238E27FC236}">
                    <a16:creationId xmlns:a16="http://schemas.microsoft.com/office/drawing/2014/main" id="{8E810F14-CAE5-801A-E724-D2DE9BAC85C2}"/>
                  </a:ext>
                </a:extLst>
              </p:cNvPr>
              <p:cNvSpPr/>
              <p:nvPr/>
            </p:nvSpPr>
            <p:spPr>
              <a:xfrm flipH="1">
                <a:off x="2311448" y="1179811"/>
                <a:ext cx="259645" cy="259645"/>
              </a:xfrm>
              <a:prstGeom prst="ellipse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34" name="Oval 233">
                <a:extLst>
                  <a:ext uri="{FF2B5EF4-FFF2-40B4-BE49-F238E27FC236}">
                    <a16:creationId xmlns:a16="http://schemas.microsoft.com/office/drawing/2014/main" id="{2C60AD51-BE9F-32A7-BAC5-DF1CFD34EE08}"/>
                  </a:ext>
                </a:extLst>
              </p:cNvPr>
              <p:cNvSpPr/>
              <p:nvPr/>
            </p:nvSpPr>
            <p:spPr>
              <a:xfrm flipH="1">
                <a:off x="2311448" y="1603144"/>
                <a:ext cx="259645" cy="259645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35" name="Oval 234">
                <a:extLst>
                  <a:ext uri="{FF2B5EF4-FFF2-40B4-BE49-F238E27FC236}">
                    <a16:creationId xmlns:a16="http://schemas.microsoft.com/office/drawing/2014/main" id="{5CC1CB09-2386-3F8C-AA03-CE195503C1C3}"/>
                  </a:ext>
                </a:extLst>
              </p:cNvPr>
              <p:cNvSpPr/>
              <p:nvPr/>
            </p:nvSpPr>
            <p:spPr>
              <a:xfrm flipH="1">
                <a:off x="2311449" y="2026477"/>
                <a:ext cx="259645" cy="259645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36" name="Oval 235">
                <a:extLst>
                  <a:ext uri="{FF2B5EF4-FFF2-40B4-BE49-F238E27FC236}">
                    <a16:creationId xmlns:a16="http://schemas.microsoft.com/office/drawing/2014/main" id="{278EADB0-F76D-3E77-E4A9-FD34EA390412}"/>
                  </a:ext>
                </a:extLst>
              </p:cNvPr>
              <p:cNvSpPr/>
              <p:nvPr/>
            </p:nvSpPr>
            <p:spPr>
              <a:xfrm flipH="1">
                <a:off x="2311449" y="2449810"/>
                <a:ext cx="259645" cy="259645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37" name="Oval 236">
                <a:extLst>
                  <a:ext uri="{FF2B5EF4-FFF2-40B4-BE49-F238E27FC236}">
                    <a16:creationId xmlns:a16="http://schemas.microsoft.com/office/drawing/2014/main" id="{2CB7823F-AB27-825F-C307-A61AD08402C8}"/>
                  </a:ext>
                </a:extLst>
              </p:cNvPr>
              <p:cNvSpPr/>
              <p:nvPr/>
            </p:nvSpPr>
            <p:spPr>
              <a:xfrm flipH="1">
                <a:off x="2311449" y="2873143"/>
                <a:ext cx="259645" cy="259645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38" name="Oval 237">
                <a:extLst>
                  <a:ext uri="{FF2B5EF4-FFF2-40B4-BE49-F238E27FC236}">
                    <a16:creationId xmlns:a16="http://schemas.microsoft.com/office/drawing/2014/main" id="{226FA407-96B7-C86A-A783-47F282EF8F33}"/>
                  </a:ext>
                </a:extLst>
              </p:cNvPr>
              <p:cNvSpPr/>
              <p:nvPr/>
            </p:nvSpPr>
            <p:spPr>
              <a:xfrm flipH="1">
                <a:off x="2311449" y="3296476"/>
                <a:ext cx="259645" cy="259645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241" name="Straight Connector 240">
                <a:extLst>
                  <a:ext uri="{FF2B5EF4-FFF2-40B4-BE49-F238E27FC236}">
                    <a16:creationId xmlns:a16="http://schemas.microsoft.com/office/drawing/2014/main" id="{5E894ECF-544D-0899-EE3D-3713DBC03176}"/>
                  </a:ext>
                </a:extLst>
              </p:cNvPr>
              <p:cNvCxnSpPr>
                <a:cxnSpLocks/>
                <a:stCxn id="229" idx="6"/>
                <a:endCxn id="233" idx="2"/>
              </p:cNvCxnSpPr>
              <p:nvPr/>
            </p:nvCxnSpPr>
            <p:spPr>
              <a:xfrm flipH="1" flipV="1">
                <a:off x="2571093" y="1309634"/>
                <a:ext cx="931333" cy="423333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42" name="Straight Connector 241">
                <a:extLst>
                  <a:ext uri="{FF2B5EF4-FFF2-40B4-BE49-F238E27FC236}">
                    <a16:creationId xmlns:a16="http://schemas.microsoft.com/office/drawing/2014/main" id="{FCCBB346-B9C9-B79B-4385-4BFAA06B7827}"/>
                  </a:ext>
                </a:extLst>
              </p:cNvPr>
              <p:cNvCxnSpPr>
                <a:cxnSpLocks/>
                <a:stCxn id="229" idx="6"/>
                <a:endCxn id="234" idx="2"/>
              </p:cNvCxnSpPr>
              <p:nvPr/>
            </p:nvCxnSpPr>
            <p:spPr>
              <a:xfrm flipH="1">
                <a:off x="2571093" y="1732967"/>
                <a:ext cx="931333" cy="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43" name="Straight Connector 242">
                <a:extLst>
                  <a:ext uri="{FF2B5EF4-FFF2-40B4-BE49-F238E27FC236}">
                    <a16:creationId xmlns:a16="http://schemas.microsoft.com/office/drawing/2014/main" id="{6B87A3F8-DFE4-56B6-A117-DEFB3DF4E091}"/>
                  </a:ext>
                </a:extLst>
              </p:cNvPr>
              <p:cNvCxnSpPr>
                <a:cxnSpLocks/>
                <a:stCxn id="229" idx="6"/>
                <a:endCxn id="235" idx="2"/>
              </p:cNvCxnSpPr>
              <p:nvPr/>
            </p:nvCxnSpPr>
            <p:spPr>
              <a:xfrm flipH="1">
                <a:off x="2571094" y="1732967"/>
                <a:ext cx="931332" cy="423333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44" name="Straight Connector 243">
                <a:extLst>
                  <a:ext uri="{FF2B5EF4-FFF2-40B4-BE49-F238E27FC236}">
                    <a16:creationId xmlns:a16="http://schemas.microsoft.com/office/drawing/2014/main" id="{26037E97-D7DD-E84B-B59F-8E110008E970}"/>
                  </a:ext>
                </a:extLst>
              </p:cNvPr>
              <p:cNvCxnSpPr>
                <a:cxnSpLocks/>
                <a:stCxn id="229" idx="6"/>
                <a:endCxn id="236" idx="2"/>
              </p:cNvCxnSpPr>
              <p:nvPr/>
            </p:nvCxnSpPr>
            <p:spPr>
              <a:xfrm flipH="1">
                <a:off x="2571094" y="1732967"/>
                <a:ext cx="931332" cy="846666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45" name="Straight Connector 244">
                <a:extLst>
                  <a:ext uri="{FF2B5EF4-FFF2-40B4-BE49-F238E27FC236}">
                    <a16:creationId xmlns:a16="http://schemas.microsoft.com/office/drawing/2014/main" id="{34F49763-D825-DA94-D89A-02D78FF785FC}"/>
                  </a:ext>
                </a:extLst>
              </p:cNvPr>
              <p:cNvCxnSpPr>
                <a:cxnSpLocks/>
                <a:stCxn id="229" idx="6"/>
                <a:endCxn id="237" idx="2"/>
              </p:cNvCxnSpPr>
              <p:nvPr/>
            </p:nvCxnSpPr>
            <p:spPr>
              <a:xfrm flipH="1">
                <a:off x="2571094" y="1732967"/>
                <a:ext cx="931332" cy="126999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46" name="Straight Connector 245">
                <a:extLst>
                  <a:ext uri="{FF2B5EF4-FFF2-40B4-BE49-F238E27FC236}">
                    <a16:creationId xmlns:a16="http://schemas.microsoft.com/office/drawing/2014/main" id="{B56AFB06-02A7-7E3F-F550-D395124A4184}"/>
                  </a:ext>
                </a:extLst>
              </p:cNvPr>
              <p:cNvCxnSpPr>
                <a:cxnSpLocks/>
                <a:stCxn id="229" idx="6"/>
                <a:endCxn id="238" idx="2"/>
              </p:cNvCxnSpPr>
              <p:nvPr/>
            </p:nvCxnSpPr>
            <p:spPr>
              <a:xfrm flipH="1">
                <a:off x="2571094" y="1732967"/>
                <a:ext cx="931332" cy="1693332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47" name="Straight Connector 246">
                <a:extLst>
                  <a:ext uri="{FF2B5EF4-FFF2-40B4-BE49-F238E27FC236}">
                    <a16:creationId xmlns:a16="http://schemas.microsoft.com/office/drawing/2014/main" id="{A5940BA4-D5A9-287C-F48F-95FE7EF11E23}"/>
                  </a:ext>
                </a:extLst>
              </p:cNvPr>
              <p:cNvCxnSpPr>
                <a:cxnSpLocks/>
                <a:stCxn id="230" idx="6"/>
                <a:endCxn id="233" idx="2"/>
              </p:cNvCxnSpPr>
              <p:nvPr/>
            </p:nvCxnSpPr>
            <p:spPr>
              <a:xfrm flipH="1" flipV="1">
                <a:off x="2571093" y="1309634"/>
                <a:ext cx="931333" cy="846666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48" name="Straight Connector 247">
                <a:extLst>
                  <a:ext uri="{FF2B5EF4-FFF2-40B4-BE49-F238E27FC236}">
                    <a16:creationId xmlns:a16="http://schemas.microsoft.com/office/drawing/2014/main" id="{FDAA9B56-C906-50D1-0805-4D72A2808DEA}"/>
                  </a:ext>
                </a:extLst>
              </p:cNvPr>
              <p:cNvCxnSpPr>
                <a:cxnSpLocks/>
                <a:stCxn id="230" idx="6"/>
                <a:endCxn id="234" idx="2"/>
              </p:cNvCxnSpPr>
              <p:nvPr/>
            </p:nvCxnSpPr>
            <p:spPr>
              <a:xfrm flipH="1" flipV="1">
                <a:off x="2571093" y="1732967"/>
                <a:ext cx="931333" cy="423333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49" name="Straight Connector 248">
                <a:extLst>
                  <a:ext uri="{FF2B5EF4-FFF2-40B4-BE49-F238E27FC236}">
                    <a16:creationId xmlns:a16="http://schemas.microsoft.com/office/drawing/2014/main" id="{45BB31A8-47FD-E4E9-AB78-54D7CAA2FF32}"/>
                  </a:ext>
                </a:extLst>
              </p:cNvPr>
              <p:cNvCxnSpPr>
                <a:cxnSpLocks/>
                <a:stCxn id="230" idx="6"/>
                <a:endCxn id="235" idx="2"/>
              </p:cNvCxnSpPr>
              <p:nvPr/>
            </p:nvCxnSpPr>
            <p:spPr>
              <a:xfrm flipH="1">
                <a:off x="2571094" y="2156300"/>
                <a:ext cx="931332" cy="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50" name="Straight Connector 249">
                <a:extLst>
                  <a:ext uri="{FF2B5EF4-FFF2-40B4-BE49-F238E27FC236}">
                    <a16:creationId xmlns:a16="http://schemas.microsoft.com/office/drawing/2014/main" id="{929A1FE2-2F25-7583-E2D4-38E596E5B5F9}"/>
                  </a:ext>
                </a:extLst>
              </p:cNvPr>
              <p:cNvCxnSpPr>
                <a:cxnSpLocks/>
                <a:stCxn id="230" idx="6"/>
                <a:endCxn id="236" idx="2"/>
              </p:cNvCxnSpPr>
              <p:nvPr/>
            </p:nvCxnSpPr>
            <p:spPr>
              <a:xfrm flipH="1">
                <a:off x="2571094" y="2156300"/>
                <a:ext cx="931332" cy="423333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51" name="Straight Connector 250">
                <a:extLst>
                  <a:ext uri="{FF2B5EF4-FFF2-40B4-BE49-F238E27FC236}">
                    <a16:creationId xmlns:a16="http://schemas.microsoft.com/office/drawing/2014/main" id="{11C4951A-ECB1-8138-2465-FC15BEB2FD7D}"/>
                  </a:ext>
                </a:extLst>
              </p:cNvPr>
              <p:cNvCxnSpPr>
                <a:cxnSpLocks/>
                <a:stCxn id="230" idx="6"/>
                <a:endCxn id="237" idx="2"/>
              </p:cNvCxnSpPr>
              <p:nvPr/>
            </p:nvCxnSpPr>
            <p:spPr>
              <a:xfrm flipH="1">
                <a:off x="2571094" y="2156300"/>
                <a:ext cx="931332" cy="846666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52" name="Straight Connector 251">
                <a:extLst>
                  <a:ext uri="{FF2B5EF4-FFF2-40B4-BE49-F238E27FC236}">
                    <a16:creationId xmlns:a16="http://schemas.microsoft.com/office/drawing/2014/main" id="{AEDD0FE8-F519-7283-0665-F702AAD17E17}"/>
                  </a:ext>
                </a:extLst>
              </p:cNvPr>
              <p:cNvCxnSpPr>
                <a:cxnSpLocks/>
                <a:stCxn id="230" idx="6"/>
                <a:endCxn id="238" idx="2"/>
              </p:cNvCxnSpPr>
              <p:nvPr/>
            </p:nvCxnSpPr>
            <p:spPr>
              <a:xfrm flipH="1">
                <a:off x="2571094" y="2156300"/>
                <a:ext cx="931332" cy="126999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53" name="Straight Connector 252">
                <a:extLst>
                  <a:ext uri="{FF2B5EF4-FFF2-40B4-BE49-F238E27FC236}">
                    <a16:creationId xmlns:a16="http://schemas.microsoft.com/office/drawing/2014/main" id="{CAD49DE6-48E5-1D48-D18E-2A1EC9BCFFD9}"/>
                  </a:ext>
                </a:extLst>
              </p:cNvPr>
              <p:cNvCxnSpPr>
                <a:cxnSpLocks/>
                <a:stCxn id="231" idx="6"/>
                <a:endCxn id="233" idx="2"/>
              </p:cNvCxnSpPr>
              <p:nvPr/>
            </p:nvCxnSpPr>
            <p:spPr>
              <a:xfrm flipH="1" flipV="1">
                <a:off x="2571093" y="1309634"/>
                <a:ext cx="931334" cy="126999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54" name="Straight Connector 253">
                <a:extLst>
                  <a:ext uri="{FF2B5EF4-FFF2-40B4-BE49-F238E27FC236}">
                    <a16:creationId xmlns:a16="http://schemas.microsoft.com/office/drawing/2014/main" id="{1E8019BE-8817-0C19-74C2-1A5AB61B62A1}"/>
                  </a:ext>
                </a:extLst>
              </p:cNvPr>
              <p:cNvCxnSpPr>
                <a:cxnSpLocks/>
                <a:stCxn id="231" idx="6"/>
                <a:endCxn id="234" idx="2"/>
              </p:cNvCxnSpPr>
              <p:nvPr/>
            </p:nvCxnSpPr>
            <p:spPr>
              <a:xfrm flipH="1" flipV="1">
                <a:off x="2571093" y="1732967"/>
                <a:ext cx="931334" cy="846666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55" name="Straight Connector 254">
                <a:extLst>
                  <a:ext uri="{FF2B5EF4-FFF2-40B4-BE49-F238E27FC236}">
                    <a16:creationId xmlns:a16="http://schemas.microsoft.com/office/drawing/2014/main" id="{7AB5341E-A7B7-C453-1FF1-D92DE39C6118}"/>
                  </a:ext>
                </a:extLst>
              </p:cNvPr>
              <p:cNvCxnSpPr>
                <a:cxnSpLocks/>
                <a:stCxn id="231" idx="6"/>
                <a:endCxn id="235" idx="2"/>
              </p:cNvCxnSpPr>
              <p:nvPr/>
            </p:nvCxnSpPr>
            <p:spPr>
              <a:xfrm flipH="1" flipV="1">
                <a:off x="2571094" y="2156300"/>
                <a:ext cx="931333" cy="423333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56" name="Straight Connector 255">
                <a:extLst>
                  <a:ext uri="{FF2B5EF4-FFF2-40B4-BE49-F238E27FC236}">
                    <a16:creationId xmlns:a16="http://schemas.microsoft.com/office/drawing/2014/main" id="{15ED078F-DE7B-83F3-02EB-BF2E1CA1AEB5}"/>
                  </a:ext>
                </a:extLst>
              </p:cNvPr>
              <p:cNvCxnSpPr>
                <a:cxnSpLocks/>
                <a:stCxn id="231" idx="6"/>
                <a:endCxn id="236" idx="2"/>
              </p:cNvCxnSpPr>
              <p:nvPr/>
            </p:nvCxnSpPr>
            <p:spPr>
              <a:xfrm flipH="1">
                <a:off x="2571094" y="2579633"/>
                <a:ext cx="931333" cy="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57" name="Straight Connector 256">
                <a:extLst>
                  <a:ext uri="{FF2B5EF4-FFF2-40B4-BE49-F238E27FC236}">
                    <a16:creationId xmlns:a16="http://schemas.microsoft.com/office/drawing/2014/main" id="{C4809784-5422-12ED-4527-7725F49E0A2C}"/>
                  </a:ext>
                </a:extLst>
              </p:cNvPr>
              <p:cNvCxnSpPr>
                <a:cxnSpLocks/>
                <a:stCxn id="231" idx="6"/>
                <a:endCxn id="237" idx="2"/>
              </p:cNvCxnSpPr>
              <p:nvPr/>
            </p:nvCxnSpPr>
            <p:spPr>
              <a:xfrm flipH="1">
                <a:off x="2571094" y="2579633"/>
                <a:ext cx="931333" cy="423333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58" name="Straight Connector 257">
                <a:extLst>
                  <a:ext uri="{FF2B5EF4-FFF2-40B4-BE49-F238E27FC236}">
                    <a16:creationId xmlns:a16="http://schemas.microsoft.com/office/drawing/2014/main" id="{1FC18353-51C3-600E-EC27-F8985725CF04}"/>
                  </a:ext>
                </a:extLst>
              </p:cNvPr>
              <p:cNvCxnSpPr>
                <a:cxnSpLocks/>
                <a:stCxn id="231" idx="6"/>
                <a:endCxn id="238" idx="2"/>
              </p:cNvCxnSpPr>
              <p:nvPr/>
            </p:nvCxnSpPr>
            <p:spPr>
              <a:xfrm flipH="1">
                <a:off x="2571094" y="2579633"/>
                <a:ext cx="931333" cy="846666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59" name="Straight Connector 258">
                <a:extLst>
                  <a:ext uri="{FF2B5EF4-FFF2-40B4-BE49-F238E27FC236}">
                    <a16:creationId xmlns:a16="http://schemas.microsoft.com/office/drawing/2014/main" id="{83C6BB2D-60A0-35DC-6B76-FA04F3561DBF}"/>
                  </a:ext>
                </a:extLst>
              </p:cNvPr>
              <p:cNvCxnSpPr>
                <a:cxnSpLocks/>
                <a:stCxn id="232" idx="6"/>
                <a:endCxn id="233" idx="2"/>
              </p:cNvCxnSpPr>
              <p:nvPr/>
            </p:nvCxnSpPr>
            <p:spPr>
              <a:xfrm flipH="1" flipV="1">
                <a:off x="2571093" y="1309634"/>
                <a:ext cx="931334" cy="1693332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60" name="Straight Connector 259">
                <a:extLst>
                  <a:ext uri="{FF2B5EF4-FFF2-40B4-BE49-F238E27FC236}">
                    <a16:creationId xmlns:a16="http://schemas.microsoft.com/office/drawing/2014/main" id="{49CA720F-C076-462F-5FD4-687415A0CA94}"/>
                  </a:ext>
                </a:extLst>
              </p:cNvPr>
              <p:cNvCxnSpPr>
                <a:cxnSpLocks/>
                <a:stCxn id="232" idx="6"/>
                <a:endCxn id="234" idx="2"/>
              </p:cNvCxnSpPr>
              <p:nvPr/>
            </p:nvCxnSpPr>
            <p:spPr>
              <a:xfrm flipH="1" flipV="1">
                <a:off x="2571093" y="1732967"/>
                <a:ext cx="931334" cy="126999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61" name="Straight Connector 260">
                <a:extLst>
                  <a:ext uri="{FF2B5EF4-FFF2-40B4-BE49-F238E27FC236}">
                    <a16:creationId xmlns:a16="http://schemas.microsoft.com/office/drawing/2014/main" id="{FA2E5F0F-212A-6454-8C9B-DBD0F7804D6A}"/>
                  </a:ext>
                </a:extLst>
              </p:cNvPr>
              <p:cNvCxnSpPr>
                <a:cxnSpLocks/>
                <a:stCxn id="232" idx="6"/>
                <a:endCxn id="235" idx="2"/>
              </p:cNvCxnSpPr>
              <p:nvPr/>
            </p:nvCxnSpPr>
            <p:spPr>
              <a:xfrm flipH="1" flipV="1">
                <a:off x="2571094" y="2156300"/>
                <a:ext cx="931333" cy="846666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62" name="Straight Connector 261">
                <a:extLst>
                  <a:ext uri="{FF2B5EF4-FFF2-40B4-BE49-F238E27FC236}">
                    <a16:creationId xmlns:a16="http://schemas.microsoft.com/office/drawing/2014/main" id="{6BC4A283-5492-33F4-6954-90E06D85B6B4}"/>
                  </a:ext>
                </a:extLst>
              </p:cNvPr>
              <p:cNvCxnSpPr>
                <a:cxnSpLocks/>
                <a:stCxn id="232" idx="6"/>
                <a:endCxn id="236" idx="2"/>
              </p:cNvCxnSpPr>
              <p:nvPr/>
            </p:nvCxnSpPr>
            <p:spPr>
              <a:xfrm flipH="1" flipV="1">
                <a:off x="2571094" y="2579633"/>
                <a:ext cx="931333" cy="423333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63" name="Straight Connector 262">
                <a:extLst>
                  <a:ext uri="{FF2B5EF4-FFF2-40B4-BE49-F238E27FC236}">
                    <a16:creationId xmlns:a16="http://schemas.microsoft.com/office/drawing/2014/main" id="{6FE0D27D-0631-92D6-0C38-B221B63EB39B}"/>
                  </a:ext>
                </a:extLst>
              </p:cNvPr>
              <p:cNvCxnSpPr>
                <a:cxnSpLocks/>
                <a:stCxn id="232" idx="6"/>
                <a:endCxn id="237" idx="2"/>
              </p:cNvCxnSpPr>
              <p:nvPr/>
            </p:nvCxnSpPr>
            <p:spPr>
              <a:xfrm flipH="1">
                <a:off x="2571094" y="3002966"/>
                <a:ext cx="931333" cy="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64" name="Straight Connector 263">
                <a:extLst>
                  <a:ext uri="{FF2B5EF4-FFF2-40B4-BE49-F238E27FC236}">
                    <a16:creationId xmlns:a16="http://schemas.microsoft.com/office/drawing/2014/main" id="{BDFAC1BE-314A-4140-0538-C44FD9FAB170}"/>
                  </a:ext>
                </a:extLst>
              </p:cNvPr>
              <p:cNvCxnSpPr>
                <a:cxnSpLocks/>
                <a:stCxn id="232" idx="6"/>
                <a:endCxn id="238" idx="2"/>
              </p:cNvCxnSpPr>
              <p:nvPr/>
            </p:nvCxnSpPr>
            <p:spPr>
              <a:xfrm flipH="1">
                <a:off x="2571094" y="3002966"/>
                <a:ext cx="931333" cy="423333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65" name="Straight Connector 264">
                <a:extLst>
                  <a:ext uri="{FF2B5EF4-FFF2-40B4-BE49-F238E27FC236}">
                    <a16:creationId xmlns:a16="http://schemas.microsoft.com/office/drawing/2014/main" id="{A8A3E9B7-4E24-6446-7E51-5F073B52E222}"/>
                  </a:ext>
                </a:extLst>
              </p:cNvPr>
              <p:cNvCxnSpPr>
                <a:cxnSpLocks/>
                <a:stCxn id="233" idx="6"/>
                <a:endCxn id="16" idx="6"/>
              </p:cNvCxnSpPr>
              <p:nvPr/>
            </p:nvCxnSpPr>
            <p:spPr>
              <a:xfrm flipH="1">
                <a:off x="1470428" y="1309634"/>
                <a:ext cx="841020" cy="846666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66" name="Straight Connector 265">
                <a:extLst>
                  <a:ext uri="{FF2B5EF4-FFF2-40B4-BE49-F238E27FC236}">
                    <a16:creationId xmlns:a16="http://schemas.microsoft.com/office/drawing/2014/main" id="{5BE6EAC7-9756-1DB3-D64B-23B3BC171536}"/>
                  </a:ext>
                </a:extLst>
              </p:cNvPr>
              <p:cNvCxnSpPr>
                <a:cxnSpLocks/>
                <a:stCxn id="234" idx="6"/>
                <a:endCxn id="16" idx="6"/>
              </p:cNvCxnSpPr>
              <p:nvPr/>
            </p:nvCxnSpPr>
            <p:spPr>
              <a:xfrm flipH="1">
                <a:off x="1470428" y="1732967"/>
                <a:ext cx="841020" cy="423333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67" name="Straight Connector 266">
                <a:extLst>
                  <a:ext uri="{FF2B5EF4-FFF2-40B4-BE49-F238E27FC236}">
                    <a16:creationId xmlns:a16="http://schemas.microsoft.com/office/drawing/2014/main" id="{5EBDAEC2-DB11-C067-00D0-0ED9C42D1E7B}"/>
                  </a:ext>
                </a:extLst>
              </p:cNvPr>
              <p:cNvCxnSpPr>
                <a:cxnSpLocks/>
                <a:stCxn id="235" idx="6"/>
                <a:endCxn id="16" idx="6"/>
              </p:cNvCxnSpPr>
              <p:nvPr/>
            </p:nvCxnSpPr>
            <p:spPr>
              <a:xfrm flipH="1">
                <a:off x="1470428" y="2156300"/>
                <a:ext cx="841021" cy="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68" name="Straight Connector 267">
                <a:extLst>
                  <a:ext uri="{FF2B5EF4-FFF2-40B4-BE49-F238E27FC236}">
                    <a16:creationId xmlns:a16="http://schemas.microsoft.com/office/drawing/2014/main" id="{7E7EF25B-A094-A0A0-F4D2-733C292FDA5E}"/>
                  </a:ext>
                </a:extLst>
              </p:cNvPr>
              <p:cNvCxnSpPr>
                <a:cxnSpLocks/>
                <a:stCxn id="236" idx="6"/>
                <a:endCxn id="16" idx="6"/>
              </p:cNvCxnSpPr>
              <p:nvPr/>
            </p:nvCxnSpPr>
            <p:spPr>
              <a:xfrm flipH="1" flipV="1">
                <a:off x="1470428" y="2156300"/>
                <a:ext cx="841021" cy="423333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69" name="Straight Connector 268">
                <a:extLst>
                  <a:ext uri="{FF2B5EF4-FFF2-40B4-BE49-F238E27FC236}">
                    <a16:creationId xmlns:a16="http://schemas.microsoft.com/office/drawing/2014/main" id="{13FF6487-845B-79BE-3B7F-23835870252A}"/>
                  </a:ext>
                </a:extLst>
              </p:cNvPr>
              <p:cNvCxnSpPr>
                <a:cxnSpLocks/>
                <a:stCxn id="237" idx="6"/>
                <a:endCxn id="16" idx="6"/>
              </p:cNvCxnSpPr>
              <p:nvPr/>
            </p:nvCxnSpPr>
            <p:spPr>
              <a:xfrm flipH="1" flipV="1">
                <a:off x="1470428" y="2156300"/>
                <a:ext cx="841021" cy="846666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0" name="Straight Connector 269">
                <a:extLst>
                  <a:ext uri="{FF2B5EF4-FFF2-40B4-BE49-F238E27FC236}">
                    <a16:creationId xmlns:a16="http://schemas.microsoft.com/office/drawing/2014/main" id="{01BA712F-E419-6149-3D53-195FC464D165}"/>
                  </a:ext>
                </a:extLst>
              </p:cNvPr>
              <p:cNvCxnSpPr>
                <a:cxnSpLocks/>
                <a:stCxn id="238" idx="6"/>
                <a:endCxn id="16" idx="6"/>
              </p:cNvCxnSpPr>
              <p:nvPr/>
            </p:nvCxnSpPr>
            <p:spPr>
              <a:xfrm flipH="1" flipV="1">
                <a:off x="1470428" y="2156300"/>
                <a:ext cx="841021" cy="126999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1" name="Straight Connector 270">
                <a:extLst>
                  <a:ext uri="{FF2B5EF4-FFF2-40B4-BE49-F238E27FC236}">
                    <a16:creationId xmlns:a16="http://schemas.microsoft.com/office/drawing/2014/main" id="{422E34EA-FD42-61DA-C73E-7743C3976D03}"/>
                  </a:ext>
                </a:extLst>
              </p:cNvPr>
              <p:cNvCxnSpPr>
                <a:cxnSpLocks/>
                <a:stCxn id="233" idx="6"/>
                <a:endCxn id="17" idx="6"/>
              </p:cNvCxnSpPr>
              <p:nvPr/>
            </p:nvCxnSpPr>
            <p:spPr>
              <a:xfrm flipH="1">
                <a:off x="1470428" y="1309634"/>
                <a:ext cx="841020" cy="126999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2" name="Straight Connector 271">
                <a:extLst>
                  <a:ext uri="{FF2B5EF4-FFF2-40B4-BE49-F238E27FC236}">
                    <a16:creationId xmlns:a16="http://schemas.microsoft.com/office/drawing/2014/main" id="{F9A9FA2D-131D-C59A-ECC3-5C4FC821914F}"/>
                  </a:ext>
                </a:extLst>
              </p:cNvPr>
              <p:cNvCxnSpPr>
                <a:cxnSpLocks/>
                <a:stCxn id="234" idx="6"/>
                <a:endCxn id="17" idx="6"/>
              </p:cNvCxnSpPr>
              <p:nvPr/>
            </p:nvCxnSpPr>
            <p:spPr>
              <a:xfrm flipH="1">
                <a:off x="1470428" y="1732967"/>
                <a:ext cx="841020" cy="846666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3" name="Straight Connector 272">
                <a:extLst>
                  <a:ext uri="{FF2B5EF4-FFF2-40B4-BE49-F238E27FC236}">
                    <a16:creationId xmlns:a16="http://schemas.microsoft.com/office/drawing/2014/main" id="{57CAEB6F-C8AB-49AB-7A96-0C915AFF8349}"/>
                  </a:ext>
                </a:extLst>
              </p:cNvPr>
              <p:cNvCxnSpPr>
                <a:cxnSpLocks/>
                <a:stCxn id="235" idx="6"/>
                <a:endCxn id="17" idx="6"/>
              </p:cNvCxnSpPr>
              <p:nvPr/>
            </p:nvCxnSpPr>
            <p:spPr>
              <a:xfrm flipH="1">
                <a:off x="1470428" y="2156300"/>
                <a:ext cx="841021" cy="423333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4" name="Straight Connector 273">
                <a:extLst>
                  <a:ext uri="{FF2B5EF4-FFF2-40B4-BE49-F238E27FC236}">
                    <a16:creationId xmlns:a16="http://schemas.microsoft.com/office/drawing/2014/main" id="{2C9809BC-4448-3DFF-1705-17515AC770C1}"/>
                  </a:ext>
                </a:extLst>
              </p:cNvPr>
              <p:cNvCxnSpPr>
                <a:cxnSpLocks/>
                <a:stCxn id="236" idx="6"/>
                <a:endCxn id="17" idx="6"/>
              </p:cNvCxnSpPr>
              <p:nvPr/>
            </p:nvCxnSpPr>
            <p:spPr>
              <a:xfrm flipH="1">
                <a:off x="1470428" y="2579633"/>
                <a:ext cx="841021" cy="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5" name="Straight Connector 274">
                <a:extLst>
                  <a:ext uri="{FF2B5EF4-FFF2-40B4-BE49-F238E27FC236}">
                    <a16:creationId xmlns:a16="http://schemas.microsoft.com/office/drawing/2014/main" id="{1EBEA499-52B7-D1A7-B7F9-44B73BF12A58}"/>
                  </a:ext>
                </a:extLst>
              </p:cNvPr>
              <p:cNvCxnSpPr>
                <a:cxnSpLocks/>
                <a:stCxn id="237" idx="6"/>
                <a:endCxn id="17" idx="6"/>
              </p:cNvCxnSpPr>
              <p:nvPr/>
            </p:nvCxnSpPr>
            <p:spPr>
              <a:xfrm flipH="1" flipV="1">
                <a:off x="1470428" y="2579633"/>
                <a:ext cx="841021" cy="423333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6" name="Straight Connector 275">
                <a:extLst>
                  <a:ext uri="{FF2B5EF4-FFF2-40B4-BE49-F238E27FC236}">
                    <a16:creationId xmlns:a16="http://schemas.microsoft.com/office/drawing/2014/main" id="{98C83BA2-C34B-8DC0-2097-B5D371CC92E9}"/>
                  </a:ext>
                </a:extLst>
              </p:cNvPr>
              <p:cNvCxnSpPr>
                <a:cxnSpLocks/>
                <a:stCxn id="238" idx="6"/>
                <a:endCxn id="17" idx="6"/>
              </p:cNvCxnSpPr>
              <p:nvPr/>
            </p:nvCxnSpPr>
            <p:spPr>
              <a:xfrm flipH="1" flipV="1">
                <a:off x="1470428" y="2579633"/>
                <a:ext cx="841021" cy="846666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90" name="TextBox 289">
                  <a:extLst>
                    <a:ext uri="{FF2B5EF4-FFF2-40B4-BE49-F238E27FC236}">
                      <a16:creationId xmlns:a16="http://schemas.microsoft.com/office/drawing/2014/main" id="{688AB584-534A-A7FF-D45B-CCD802C22A23}"/>
                    </a:ext>
                  </a:extLst>
                </p:cNvPr>
                <p:cNvSpPr txBox="1"/>
                <p:nvPr/>
              </p:nvSpPr>
              <p:spPr>
                <a:xfrm>
                  <a:off x="839261" y="3498208"/>
                  <a:ext cx="1177758" cy="307777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GB" sz="2000" b="0" i="1" smtClean="0">
                            <a:latin typeface="Cambria Math" panose="02040503050406030204" pitchFamily="18" charset="0"/>
                          </a:rPr>
                          <m:t>𝑧</m:t>
                        </m:r>
                        <m:r>
                          <a:rPr lang="en-GB" sz="2000" b="0" i="1" smtClean="0">
                            <a:latin typeface="Cambria Math" panose="02040503050406030204" pitchFamily="18" charset="0"/>
                          </a:rPr>
                          <m:t>~</m:t>
                        </m:r>
                        <m:r>
                          <a:rPr lang="en-GB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𝒩</m:t>
                        </m:r>
                        <m:r>
                          <a:rPr lang="en-GB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(0, </m:t>
                        </m:r>
                        <m:r>
                          <a:rPr lang="en-GB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𝐼</m:t>
                        </m:r>
                        <m:r>
                          <a:rPr lang="en-GB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en-US" sz="2000" dirty="0"/>
                </a:p>
              </p:txBody>
            </p:sp>
          </mc:Choice>
          <mc:Fallback>
            <p:sp>
              <p:nvSpPr>
                <p:cNvPr id="290" name="TextBox 289">
                  <a:extLst>
                    <a:ext uri="{FF2B5EF4-FFF2-40B4-BE49-F238E27FC236}">
                      <a16:creationId xmlns:a16="http://schemas.microsoft.com/office/drawing/2014/main" id="{688AB584-534A-A7FF-D45B-CCD802C22A2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39261" y="3498208"/>
                  <a:ext cx="1177758" cy="307777"/>
                </a:xfrm>
                <a:prstGeom prst="rect">
                  <a:avLst/>
                </a:prstGeom>
                <a:blipFill>
                  <a:blip r:embed="rId2"/>
                  <a:stretch>
                    <a:fillRect l="-5376" r="-5376" b="-32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91" name="TextBox 290">
                  <a:extLst>
                    <a:ext uri="{FF2B5EF4-FFF2-40B4-BE49-F238E27FC236}">
                      <a16:creationId xmlns:a16="http://schemas.microsoft.com/office/drawing/2014/main" id="{8CE69B60-8B5B-3295-625B-7FE6DB4B1493}"/>
                    </a:ext>
                  </a:extLst>
                </p:cNvPr>
                <p:cNvSpPr txBox="1"/>
                <p:nvPr/>
              </p:nvSpPr>
              <p:spPr>
                <a:xfrm>
                  <a:off x="3553989" y="3498208"/>
                  <a:ext cx="254877" cy="307777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GB" sz="20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GB" sz="2000" b="0" i="1" smtClean="0">
                            <a:latin typeface="Cambria Math" panose="02040503050406030204" pitchFamily="18" charset="0"/>
                          </a:rPr>
                          <m:t>′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>
            <p:sp>
              <p:nvSpPr>
                <p:cNvPr id="291" name="TextBox 290">
                  <a:extLst>
                    <a:ext uri="{FF2B5EF4-FFF2-40B4-BE49-F238E27FC236}">
                      <a16:creationId xmlns:a16="http://schemas.microsoft.com/office/drawing/2014/main" id="{8CE69B60-8B5B-3295-625B-7FE6DB4B149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53989" y="3498208"/>
                  <a:ext cx="254877" cy="307777"/>
                </a:xfrm>
                <a:prstGeom prst="rect">
                  <a:avLst/>
                </a:prstGeom>
                <a:blipFill>
                  <a:blip r:embed="rId3"/>
                  <a:stretch>
                    <a:fillRect l="-33333" r="-19048" b="-12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98" name="TextBox 297">
              <a:extLst>
                <a:ext uri="{FF2B5EF4-FFF2-40B4-BE49-F238E27FC236}">
                  <a16:creationId xmlns:a16="http://schemas.microsoft.com/office/drawing/2014/main" id="{795EF539-85C5-DA16-B3B8-3C0C7CBCEB01}"/>
                </a:ext>
              </a:extLst>
            </p:cNvPr>
            <p:cNvSpPr txBox="1"/>
            <p:nvPr/>
          </p:nvSpPr>
          <p:spPr>
            <a:xfrm>
              <a:off x="567346" y="3775849"/>
              <a:ext cx="1612557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dirty="0"/>
                <a:t>Random</a:t>
              </a:r>
            </a:p>
            <a:p>
              <a:pPr algn="ctr"/>
              <a:r>
                <a:rPr lang="en-US" dirty="0"/>
                <a:t>Latent sample</a:t>
              </a:r>
            </a:p>
          </p:txBody>
        </p:sp>
        <p:sp>
          <p:nvSpPr>
            <p:cNvPr id="299" name="TextBox 298">
              <a:extLst>
                <a:ext uri="{FF2B5EF4-FFF2-40B4-BE49-F238E27FC236}">
                  <a16:creationId xmlns:a16="http://schemas.microsoft.com/office/drawing/2014/main" id="{8A4BA4AD-28C4-C244-638E-085DA967FB8B}"/>
                </a:ext>
              </a:extLst>
            </p:cNvPr>
            <p:cNvSpPr txBox="1"/>
            <p:nvPr/>
          </p:nvSpPr>
          <p:spPr>
            <a:xfrm>
              <a:off x="3058488" y="3775849"/>
              <a:ext cx="1235787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dirty="0"/>
                <a:t>Generated</a:t>
              </a:r>
            </a:p>
            <a:p>
              <a:pPr algn="ctr"/>
              <a:r>
                <a:rPr lang="en-US" dirty="0"/>
                <a:t>data</a:t>
              </a:r>
            </a:p>
          </p:txBody>
        </p:sp>
        <p:sp>
          <p:nvSpPr>
            <p:cNvPr id="300" name="TextBox 299">
              <a:extLst>
                <a:ext uri="{FF2B5EF4-FFF2-40B4-BE49-F238E27FC236}">
                  <a16:creationId xmlns:a16="http://schemas.microsoft.com/office/drawing/2014/main" id="{932BB97F-6E9B-1EC6-4FD4-9DCF3D050F1E}"/>
                </a:ext>
              </a:extLst>
            </p:cNvPr>
            <p:cNvSpPr txBox="1"/>
            <p:nvPr/>
          </p:nvSpPr>
          <p:spPr>
            <a:xfrm>
              <a:off x="1747735" y="536209"/>
              <a:ext cx="144629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i="1" dirty="0"/>
                <a:t>Generator, G</a:t>
              </a:r>
            </a:p>
          </p:txBody>
        </p:sp>
        <p:sp>
          <p:nvSpPr>
            <p:cNvPr id="301" name="TextBox 300">
              <a:extLst>
                <a:ext uri="{FF2B5EF4-FFF2-40B4-BE49-F238E27FC236}">
                  <a16:creationId xmlns:a16="http://schemas.microsoft.com/office/drawing/2014/main" id="{CBCC213D-EC55-5652-A680-1BACE43C5783}"/>
                </a:ext>
              </a:extLst>
            </p:cNvPr>
            <p:cNvSpPr txBox="1"/>
            <p:nvPr/>
          </p:nvSpPr>
          <p:spPr>
            <a:xfrm>
              <a:off x="4309385" y="536209"/>
              <a:ext cx="178843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i="1" dirty="0"/>
                <a:t>Discriminator, D</a:t>
              </a:r>
            </a:p>
          </p:txBody>
        </p: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C5799011-AD22-B3C2-6903-159EEA7D0AA1}"/>
                </a:ext>
              </a:extLst>
            </p:cNvPr>
            <p:cNvSpPr/>
            <p:nvPr/>
          </p:nvSpPr>
          <p:spPr>
            <a:xfrm flipH="1">
              <a:off x="6200681" y="2214045"/>
              <a:ext cx="259645" cy="259645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Oval 17">
              <a:extLst>
                <a:ext uri="{FF2B5EF4-FFF2-40B4-BE49-F238E27FC236}">
                  <a16:creationId xmlns:a16="http://schemas.microsoft.com/office/drawing/2014/main" id="{1D64F852-40C5-8DE2-B01E-24F345787BD7}"/>
                </a:ext>
              </a:extLst>
            </p:cNvPr>
            <p:cNvSpPr/>
            <p:nvPr/>
          </p:nvSpPr>
          <p:spPr>
            <a:xfrm>
              <a:off x="3909038" y="1603144"/>
              <a:ext cx="259645" cy="259645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" name="Oval 18">
              <a:extLst>
                <a:ext uri="{FF2B5EF4-FFF2-40B4-BE49-F238E27FC236}">
                  <a16:creationId xmlns:a16="http://schemas.microsoft.com/office/drawing/2014/main" id="{21D1E227-508C-50B6-E70F-65122FAAC37B}"/>
                </a:ext>
              </a:extLst>
            </p:cNvPr>
            <p:cNvSpPr/>
            <p:nvPr/>
          </p:nvSpPr>
          <p:spPr>
            <a:xfrm>
              <a:off x="3909038" y="2026477"/>
              <a:ext cx="259645" cy="259645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" name="Oval 19">
              <a:extLst>
                <a:ext uri="{FF2B5EF4-FFF2-40B4-BE49-F238E27FC236}">
                  <a16:creationId xmlns:a16="http://schemas.microsoft.com/office/drawing/2014/main" id="{A5041E3B-6A9A-7E6B-A7B7-A9B16409F540}"/>
                </a:ext>
              </a:extLst>
            </p:cNvPr>
            <p:cNvSpPr/>
            <p:nvPr/>
          </p:nvSpPr>
          <p:spPr>
            <a:xfrm>
              <a:off x="3909037" y="2449810"/>
              <a:ext cx="259645" cy="259645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" name="Oval 20">
              <a:extLst>
                <a:ext uri="{FF2B5EF4-FFF2-40B4-BE49-F238E27FC236}">
                  <a16:creationId xmlns:a16="http://schemas.microsoft.com/office/drawing/2014/main" id="{35601CD4-D490-952A-9C71-833F9EB40CC2}"/>
                </a:ext>
              </a:extLst>
            </p:cNvPr>
            <p:cNvSpPr/>
            <p:nvPr/>
          </p:nvSpPr>
          <p:spPr>
            <a:xfrm>
              <a:off x="3909037" y="2873143"/>
              <a:ext cx="259645" cy="259645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" name="Oval 21">
              <a:extLst>
                <a:ext uri="{FF2B5EF4-FFF2-40B4-BE49-F238E27FC236}">
                  <a16:creationId xmlns:a16="http://schemas.microsoft.com/office/drawing/2014/main" id="{24906874-2AF1-E9D1-2503-810506D42C68}"/>
                </a:ext>
              </a:extLst>
            </p:cNvPr>
            <p:cNvSpPr/>
            <p:nvPr/>
          </p:nvSpPr>
          <p:spPr>
            <a:xfrm>
              <a:off x="5100016" y="1179811"/>
              <a:ext cx="259645" cy="259645"/>
            </a:xfrm>
            <a:prstGeom prst="ellipse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" name="Oval 22">
              <a:extLst>
                <a:ext uri="{FF2B5EF4-FFF2-40B4-BE49-F238E27FC236}">
                  <a16:creationId xmlns:a16="http://schemas.microsoft.com/office/drawing/2014/main" id="{8BC88767-08B2-268A-0EAD-A8BCF69D3D0B}"/>
                </a:ext>
              </a:extLst>
            </p:cNvPr>
            <p:cNvSpPr/>
            <p:nvPr/>
          </p:nvSpPr>
          <p:spPr>
            <a:xfrm>
              <a:off x="5100016" y="1603144"/>
              <a:ext cx="259645" cy="259645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" name="Oval 23">
              <a:extLst>
                <a:ext uri="{FF2B5EF4-FFF2-40B4-BE49-F238E27FC236}">
                  <a16:creationId xmlns:a16="http://schemas.microsoft.com/office/drawing/2014/main" id="{F080C77B-AFD4-48DB-CB83-6428E982F6B4}"/>
                </a:ext>
              </a:extLst>
            </p:cNvPr>
            <p:cNvSpPr/>
            <p:nvPr/>
          </p:nvSpPr>
          <p:spPr>
            <a:xfrm>
              <a:off x="5100015" y="2026477"/>
              <a:ext cx="259645" cy="259645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" name="Oval 24">
              <a:extLst>
                <a:ext uri="{FF2B5EF4-FFF2-40B4-BE49-F238E27FC236}">
                  <a16:creationId xmlns:a16="http://schemas.microsoft.com/office/drawing/2014/main" id="{43317AAD-4660-2B3C-10FC-F4C622C7D06E}"/>
                </a:ext>
              </a:extLst>
            </p:cNvPr>
            <p:cNvSpPr/>
            <p:nvPr/>
          </p:nvSpPr>
          <p:spPr>
            <a:xfrm>
              <a:off x="5100015" y="2449810"/>
              <a:ext cx="259645" cy="259645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" name="Oval 25">
              <a:extLst>
                <a:ext uri="{FF2B5EF4-FFF2-40B4-BE49-F238E27FC236}">
                  <a16:creationId xmlns:a16="http://schemas.microsoft.com/office/drawing/2014/main" id="{BFCEE8FF-5B50-35E5-EF7A-AAAEAD3E587A}"/>
                </a:ext>
              </a:extLst>
            </p:cNvPr>
            <p:cNvSpPr/>
            <p:nvPr/>
          </p:nvSpPr>
          <p:spPr>
            <a:xfrm>
              <a:off x="5100015" y="2873143"/>
              <a:ext cx="259645" cy="259645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" name="Oval 26">
              <a:extLst>
                <a:ext uri="{FF2B5EF4-FFF2-40B4-BE49-F238E27FC236}">
                  <a16:creationId xmlns:a16="http://schemas.microsoft.com/office/drawing/2014/main" id="{13324937-08E3-F9F0-8CAD-E9A4DCF8E911}"/>
                </a:ext>
              </a:extLst>
            </p:cNvPr>
            <p:cNvSpPr/>
            <p:nvPr/>
          </p:nvSpPr>
          <p:spPr>
            <a:xfrm>
              <a:off x="5100015" y="3296476"/>
              <a:ext cx="259645" cy="259645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248D784F-2C94-0296-32A8-57FCDD840E30}"/>
                </a:ext>
              </a:extLst>
            </p:cNvPr>
            <p:cNvCxnSpPr>
              <a:cxnSpLocks/>
              <a:stCxn id="18" idx="6"/>
              <a:endCxn id="22" idx="2"/>
            </p:cNvCxnSpPr>
            <p:nvPr/>
          </p:nvCxnSpPr>
          <p:spPr>
            <a:xfrm flipV="1">
              <a:off x="4168683" y="1309634"/>
              <a:ext cx="931333" cy="423333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94A85F78-18C7-0A5F-A28D-F99732D8FD3B}"/>
                </a:ext>
              </a:extLst>
            </p:cNvPr>
            <p:cNvCxnSpPr>
              <a:cxnSpLocks/>
              <a:stCxn id="18" idx="6"/>
              <a:endCxn id="23" idx="2"/>
            </p:cNvCxnSpPr>
            <p:nvPr/>
          </p:nvCxnSpPr>
          <p:spPr>
            <a:xfrm>
              <a:off x="4168683" y="1732967"/>
              <a:ext cx="93133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DF35328C-A48B-5EE7-ABB4-BD1EC2B80566}"/>
                </a:ext>
              </a:extLst>
            </p:cNvPr>
            <p:cNvCxnSpPr>
              <a:cxnSpLocks/>
              <a:stCxn id="18" idx="6"/>
              <a:endCxn id="24" idx="2"/>
            </p:cNvCxnSpPr>
            <p:nvPr/>
          </p:nvCxnSpPr>
          <p:spPr>
            <a:xfrm>
              <a:off x="4168683" y="1732967"/>
              <a:ext cx="931332" cy="423333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AEFF0A6A-872A-E903-609A-9B69A5398A1D}"/>
                </a:ext>
              </a:extLst>
            </p:cNvPr>
            <p:cNvCxnSpPr>
              <a:cxnSpLocks/>
              <a:stCxn id="18" idx="6"/>
              <a:endCxn id="25" idx="2"/>
            </p:cNvCxnSpPr>
            <p:nvPr/>
          </p:nvCxnSpPr>
          <p:spPr>
            <a:xfrm>
              <a:off x="4168683" y="1732967"/>
              <a:ext cx="931332" cy="846666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CEB6ADB4-77CE-593A-821A-43E0F13B3021}"/>
                </a:ext>
              </a:extLst>
            </p:cNvPr>
            <p:cNvCxnSpPr>
              <a:cxnSpLocks/>
              <a:stCxn id="18" idx="6"/>
              <a:endCxn id="26" idx="2"/>
            </p:cNvCxnSpPr>
            <p:nvPr/>
          </p:nvCxnSpPr>
          <p:spPr>
            <a:xfrm>
              <a:off x="4168683" y="1732967"/>
              <a:ext cx="931332" cy="1269999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C7008D9C-DA82-671A-2543-8038BF063A86}"/>
                </a:ext>
              </a:extLst>
            </p:cNvPr>
            <p:cNvCxnSpPr>
              <a:cxnSpLocks/>
              <a:stCxn id="18" idx="6"/>
              <a:endCxn id="27" idx="2"/>
            </p:cNvCxnSpPr>
            <p:nvPr/>
          </p:nvCxnSpPr>
          <p:spPr>
            <a:xfrm>
              <a:off x="4168683" y="1732967"/>
              <a:ext cx="931332" cy="1693332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01221A1F-833E-1571-D90A-5B4EB1734727}"/>
                </a:ext>
              </a:extLst>
            </p:cNvPr>
            <p:cNvCxnSpPr>
              <a:cxnSpLocks/>
              <a:stCxn id="19" idx="6"/>
              <a:endCxn id="22" idx="2"/>
            </p:cNvCxnSpPr>
            <p:nvPr/>
          </p:nvCxnSpPr>
          <p:spPr>
            <a:xfrm flipV="1">
              <a:off x="4168683" y="1309634"/>
              <a:ext cx="931333" cy="846666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D099FEEA-7BDE-36DF-BB7E-0DED7416A325}"/>
                </a:ext>
              </a:extLst>
            </p:cNvPr>
            <p:cNvCxnSpPr>
              <a:cxnSpLocks/>
              <a:stCxn id="19" idx="6"/>
              <a:endCxn id="23" idx="2"/>
            </p:cNvCxnSpPr>
            <p:nvPr/>
          </p:nvCxnSpPr>
          <p:spPr>
            <a:xfrm flipV="1">
              <a:off x="4168683" y="1732967"/>
              <a:ext cx="931333" cy="423333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21BFB625-1811-F1DC-991B-6E3CC4C7B6C0}"/>
                </a:ext>
              </a:extLst>
            </p:cNvPr>
            <p:cNvCxnSpPr>
              <a:cxnSpLocks/>
              <a:stCxn id="19" idx="6"/>
              <a:endCxn id="24" idx="2"/>
            </p:cNvCxnSpPr>
            <p:nvPr/>
          </p:nvCxnSpPr>
          <p:spPr>
            <a:xfrm>
              <a:off x="4168683" y="2156300"/>
              <a:ext cx="931332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Straight Connector 38">
              <a:extLst>
                <a:ext uri="{FF2B5EF4-FFF2-40B4-BE49-F238E27FC236}">
                  <a16:creationId xmlns:a16="http://schemas.microsoft.com/office/drawing/2014/main" id="{360EC3F8-C030-0298-AB40-16E4330DDFCB}"/>
                </a:ext>
              </a:extLst>
            </p:cNvPr>
            <p:cNvCxnSpPr>
              <a:cxnSpLocks/>
              <a:stCxn id="19" idx="6"/>
              <a:endCxn id="25" idx="2"/>
            </p:cNvCxnSpPr>
            <p:nvPr/>
          </p:nvCxnSpPr>
          <p:spPr>
            <a:xfrm>
              <a:off x="4168683" y="2156300"/>
              <a:ext cx="931332" cy="423333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Straight Connector 40">
              <a:extLst>
                <a:ext uri="{FF2B5EF4-FFF2-40B4-BE49-F238E27FC236}">
                  <a16:creationId xmlns:a16="http://schemas.microsoft.com/office/drawing/2014/main" id="{4507C5D7-A5E4-A496-F3B3-4582CF19AC6E}"/>
                </a:ext>
              </a:extLst>
            </p:cNvPr>
            <p:cNvCxnSpPr>
              <a:cxnSpLocks/>
              <a:stCxn id="19" idx="6"/>
              <a:endCxn id="26" idx="2"/>
            </p:cNvCxnSpPr>
            <p:nvPr/>
          </p:nvCxnSpPr>
          <p:spPr>
            <a:xfrm>
              <a:off x="4168683" y="2156300"/>
              <a:ext cx="931332" cy="846666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Straight Connector 41">
              <a:extLst>
                <a:ext uri="{FF2B5EF4-FFF2-40B4-BE49-F238E27FC236}">
                  <a16:creationId xmlns:a16="http://schemas.microsoft.com/office/drawing/2014/main" id="{DE004881-6876-2CE3-7F24-EBFEEFA0B972}"/>
                </a:ext>
              </a:extLst>
            </p:cNvPr>
            <p:cNvCxnSpPr>
              <a:cxnSpLocks/>
              <a:stCxn id="19" idx="6"/>
              <a:endCxn id="27" idx="2"/>
            </p:cNvCxnSpPr>
            <p:nvPr/>
          </p:nvCxnSpPr>
          <p:spPr>
            <a:xfrm>
              <a:off x="4168683" y="2156300"/>
              <a:ext cx="931332" cy="1269999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Straight Connector 43">
              <a:extLst>
                <a:ext uri="{FF2B5EF4-FFF2-40B4-BE49-F238E27FC236}">
                  <a16:creationId xmlns:a16="http://schemas.microsoft.com/office/drawing/2014/main" id="{EA9D639B-C461-B39F-59D7-116DBB96EC01}"/>
                </a:ext>
              </a:extLst>
            </p:cNvPr>
            <p:cNvCxnSpPr>
              <a:cxnSpLocks/>
              <a:stCxn id="20" idx="6"/>
              <a:endCxn id="22" idx="2"/>
            </p:cNvCxnSpPr>
            <p:nvPr/>
          </p:nvCxnSpPr>
          <p:spPr>
            <a:xfrm flipV="1">
              <a:off x="4168682" y="1309634"/>
              <a:ext cx="931334" cy="1269999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Straight Connector 44">
              <a:extLst>
                <a:ext uri="{FF2B5EF4-FFF2-40B4-BE49-F238E27FC236}">
                  <a16:creationId xmlns:a16="http://schemas.microsoft.com/office/drawing/2014/main" id="{C439312A-CB31-198A-FCC6-AEC775E47B16}"/>
                </a:ext>
              </a:extLst>
            </p:cNvPr>
            <p:cNvCxnSpPr>
              <a:cxnSpLocks/>
              <a:stCxn id="20" idx="6"/>
              <a:endCxn id="23" idx="2"/>
            </p:cNvCxnSpPr>
            <p:nvPr/>
          </p:nvCxnSpPr>
          <p:spPr>
            <a:xfrm flipV="1">
              <a:off x="4168682" y="1732967"/>
              <a:ext cx="931334" cy="846666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Straight Connector 46">
              <a:extLst>
                <a:ext uri="{FF2B5EF4-FFF2-40B4-BE49-F238E27FC236}">
                  <a16:creationId xmlns:a16="http://schemas.microsoft.com/office/drawing/2014/main" id="{8262315C-D18C-2BBF-DCCD-58E92FCE449B}"/>
                </a:ext>
              </a:extLst>
            </p:cNvPr>
            <p:cNvCxnSpPr>
              <a:cxnSpLocks/>
              <a:stCxn id="20" idx="6"/>
              <a:endCxn id="24" idx="2"/>
            </p:cNvCxnSpPr>
            <p:nvPr/>
          </p:nvCxnSpPr>
          <p:spPr>
            <a:xfrm flipV="1">
              <a:off x="4168682" y="2156300"/>
              <a:ext cx="931333" cy="423333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" name="Straight Connector 47">
              <a:extLst>
                <a:ext uri="{FF2B5EF4-FFF2-40B4-BE49-F238E27FC236}">
                  <a16:creationId xmlns:a16="http://schemas.microsoft.com/office/drawing/2014/main" id="{2583AA09-F3F0-D418-AC76-054955E7696F}"/>
                </a:ext>
              </a:extLst>
            </p:cNvPr>
            <p:cNvCxnSpPr>
              <a:cxnSpLocks/>
              <a:stCxn id="20" idx="6"/>
              <a:endCxn id="25" idx="2"/>
            </p:cNvCxnSpPr>
            <p:nvPr/>
          </p:nvCxnSpPr>
          <p:spPr>
            <a:xfrm>
              <a:off x="4168682" y="2579633"/>
              <a:ext cx="93133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" name="Straight Connector 49">
              <a:extLst>
                <a:ext uri="{FF2B5EF4-FFF2-40B4-BE49-F238E27FC236}">
                  <a16:creationId xmlns:a16="http://schemas.microsoft.com/office/drawing/2014/main" id="{CCBC59A6-4232-D925-BAFC-1D770227A579}"/>
                </a:ext>
              </a:extLst>
            </p:cNvPr>
            <p:cNvCxnSpPr>
              <a:cxnSpLocks/>
              <a:stCxn id="20" idx="6"/>
              <a:endCxn id="26" idx="2"/>
            </p:cNvCxnSpPr>
            <p:nvPr/>
          </p:nvCxnSpPr>
          <p:spPr>
            <a:xfrm>
              <a:off x="4168682" y="2579633"/>
              <a:ext cx="931333" cy="423333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Straight Connector 50">
              <a:extLst>
                <a:ext uri="{FF2B5EF4-FFF2-40B4-BE49-F238E27FC236}">
                  <a16:creationId xmlns:a16="http://schemas.microsoft.com/office/drawing/2014/main" id="{2571528F-BCA8-7543-3F00-B8B3A5CEECBE}"/>
                </a:ext>
              </a:extLst>
            </p:cNvPr>
            <p:cNvCxnSpPr>
              <a:cxnSpLocks/>
              <a:stCxn id="20" idx="6"/>
              <a:endCxn id="27" idx="2"/>
            </p:cNvCxnSpPr>
            <p:nvPr/>
          </p:nvCxnSpPr>
          <p:spPr>
            <a:xfrm>
              <a:off x="4168682" y="2579633"/>
              <a:ext cx="931333" cy="846666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" name="Straight Connector 52">
              <a:extLst>
                <a:ext uri="{FF2B5EF4-FFF2-40B4-BE49-F238E27FC236}">
                  <a16:creationId xmlns:a16="http://schemas.microsoft.com/office/drawing/2014/main" id="{8602D503-51AB-1D8E-A775-4065CB87631F}"/>
                </a:ext>
              </a:extLst>
            </p:cNvPr>
            <p:cNvCxnSpPr>
              <a:cxnSpLocks/>
              <a:stCxn id="21" idx="6"/>
              <a:endCxn id="22" idx="2"/>
            </p:cNvCxnSpPr>
            <p:nvPr/>
          </p:nvCxnSpPr>
          <p:spPr>
            <a:xfrm flipV="1">
              <a:off x="4168682" y="1309634"/>
              <a:ext cx="931334" cy="1693332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" name="Straight Connector 53">
              <a:extLst>
                <a:ext uri="{FF2B5EF4-FFF2-40B4-BE49-F238E27FC236}">
                  <a16:creationId xmlns:a16="http://schemas.microsoft.com/office/drawing/2014/main" id="{467BFC74-D30D-B1A6-884F-8CCBE6A5894A}"/>
                </a:ext>
              </a:extLst>
            </p:cNvPr>
            <p:cNvCxnSpPr>
              <a:cxnSpLocks/>
              <a:stCxn id="21" idx="6"/>
              <a:endCxn id="23" idx="2"/>
            </p:cNvCxnSpPr>
            <p:nvPr/>
          </p:nvCxnSpPr>
          <p:spPr>
            <a:xfrm flipV="1">
              <a:off x="4168682" y="1732967"/>
              <a:ext cx="931334" cy="1269999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Straight Connector 55">
              <a:extLst>
                <a:ext uri="{FF2B5EF4-FFF2-40B4-BE49-F238E27FC236}">
                  <a16:creationId xmlns:a16="http://schemas.microsoft.com/office/drawing/2014/main" id="{42C6EB88-9B1A-96CA-51C5-C95588D1B8B8}"/>
                </a:ext>
              </a:extLst>
            </p:cNvPr>
            <p:cNvCxnSpPr>
              <a:cxnSpLocks/>
              <a:stCxn id="21" idx="6"/>
              <a:endCxn id="24" idx="2"/>
            </p:cNvCxnSpPr>
            <p:nvPr/>
          </p:nvCxnSpPr>
          <p:spPr>
            <a:xfrm flipV="1">
              <a:off x="4168682" y="2156300"/>
              <a:ext cx="931333" cy="846666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" name="Straight Connector 56">
              <a:extLst>
                <a:ext uri="{FF2B5EF4-FFF2-40B4-BE49-F238E27FC236}">
                  <a16:creationId xmlns:a16="http://schemas.microsoft.com/office/drawing/2014/main" id="{8C9C2A39-540D-9110-523A-9F7562FF2BA7}"/>
                </a:ext>
              </a:extLst>
            </p:cNvPr>
            <p:cNvCxnSpPr>
              <a:cxnSpLocks/>
              <a:stCxn id="21" idx="6"/>
              <a:endCxn id="25" idx="2"/>
            </p:cNvCxnSpPr>
            <p:nvPr/>
          </p:nvCxnSpPr>
          <p:spPr>
            <a:xfrm flipV="1">
              <a:off x="4168682" y="2579633"/>
              <a:ext cx="931333" cy="423333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" name="Straight Connector 58">
              <a:extLst>
                <a:ext uri="{FF2B5EF4-FFF2-40B4-BE49-F238E27FC236}">
                  <a16:creationId xmlns:a16="http://schemas.microsoft.com/office/drawing/2014/main" id="{D28D1011-A2C4-C186-F39F-0911C440B2D2}"/>
                </a:ext>
              </a:extLst>
            </p:cNvPr>
            <p:cNvCxnSpPr>
              <a:cxnSpLocks/>
              <a:stCxn id="21" idx="6"/>
              <a:endCxn id="26" idx="2"/>
            </p:cNvCxnSpPr>
            <p:nvPr/>
          </p:nvCxnSpPr>
          <p:spPr>
            <a:xfrm>
              <a:off x="4168682" y="3002966"/>
              <a:ext cx="93133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" name="Straight Connector 59">
              <a:extLst>
                <a:ext uri="{FF2B5EF4-FFF2-40B4-BE49-F238E27FC236}">
                  <a16:creationId xmlns:a16="http://schemas.microsoft.com/office/drawing/2014/main" id="{99FBBEF4-CE92-C41D-DE7B-2FED5B324DAB}"/>
                </a:ext>
              </a:extLst>
            </p:cNvPr>
            <p:cNvCxnSpPr>
              <a:cxnSpLocks/>
              <a:stCxn id="21" idx="6"/>
              <a:endCxn id="27" idx="2"/>
            </p:cNvCxnSpPr>
            <p:nvPr/>
          </p:nvCxnSpPr>
          <p:spPr>
            <a:xfrm>
              <a:off x="4168682" y="3002966"/>
              <a:ext cx="931333" cy="423333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" name="Straight Connector 61">
              <a:extLst>
                <a:ext uri="{FF2B5EF4-FFF2-40B4-BE49-F238E27FC236}">
                  <a16:creationId xmlns:a16="http://schemas.microsoft.com/office/drawing/2014/main" id="{98B0BD76-2B9F-EEB7-76AD-3B30951BD65F}"/>
                </a:ext>
              </a:extLst>
            </p:cNvPr>
            <p:cNvCxnSpPr>
              <a:cxnSpLocks/>
              <a:stCxn id="22" idx="6"/>
              <a:endCxn id="8" idx="6"/>
            </p:cNvCxnSpPr>
            <p:nvPr/>
          </p:nvCxnSpPr>
          <p:spPr>
            <a:xfrm>
              <a:off x="5359661" y="1309634"/>
              <a:ext cx="841020" cy="1034234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" name="Straight Connector 62">
              <a:extLst>
                <a:ext uri="{FF2B5EF4-FFF2-40B4-BE49-F238E27FC236}">
                  <a16:creationId xmlns:a16="http://schemas.microsoft.com/office/drawing/2014/main" id="{B08B6035-5517-BC84-2085-41F552EE4489}"/>
                </a:ext>
              </a:extLst>
            </p:cNvPr>
            <p:cNvCxnSpPr>
              <a:cxnSpLocks/>
              <a:stCxn id="23" idx="6"/>
              <a:endCxn id="8" idx="6"/>
            </p:cNvCxnSpPr>
            <p:nvPr/>
          </p:nvCxnSpPr>
          <p:spPr>
            <a:xfrm>
              <a:off x="5359661" y="1732967"/>
              <a:ext cx="841020" cy="610901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5" name="Straight Connector 64">
              <a:extLst>
                <a:ext uri="{FF2B5EF4-FFF2-40B4-BE49-F238E27FC236}">
                  <a16:creationId xmlns:a16="http://schemas.microsoft.com/office/drawing/2014/main" id="{E9C73D83-109C-9CF6-9D46-EEF3C2C88371}"/>
                </a:ext>
              </a:extLst>
            </p:cNvPr>
            <p:cNvCxnSpPr>
              <a:cxnSpLocks/>
              <a:stCxn id="24" idx="6"/>
              <a:endCxn id="8" idx="6"/>
            </p:cNvCxnSpPr>
            <p:nvPr/>
          </p:nvCxnSpPr>
          <p:spPr>
            <a:xfrm>
              <a:off x="5359660" y="2156300"/>
              <a:ext cx="841021" cy="187568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6" name="Straight Connector 65">
              <a:extLst>
                <a:ext uri="{FF2B5EF4-FFF2-40B4-BE49-F238E27FC236}">
                  <a16:creationId xmlns:a16="http://schemas.microsoft.com/office/drawing/2014/main" id="{84BD6797-7C53-FD90-875E-7114061C328E}"/>
                </a:ext>
              </a:extLst>
            </p:cNvPr>
            <p:cNvCxnSpPr>
              <a:cxnSpLocks/>
              <a:stCxn id="25" idx="6"/>
              <a:endCxn id="8" idx="6"/>
            </p:cNvCxnSpPr>
            <p:nvPr/>
          </p:nvCxnSpPr>
          <p:spPr>
            <a:xfrm flipV="1">
              <a:off x="5359660" y="2343868"/>
              <a:ext cx="841021" cy="235765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8" name="Straight Connector 67">
              <a:extLst>
                <a:ext uri="{FF2B5EF4-FFF2-40B4-BE49-F238E27FC236}">
                  <a16:creationId xmlns:a16="http://schemas.microsoft.com/office/drawing/2014/main" id="{DCB4F708-BA52-B39A-9756-5B84059009F4}"/>
                </a:ext>
              </a:extLst>
            </p:cNvPr>
            <p:cNvCxnSpPr>
              <a:cxnSpLocks/>
              <a:stCxn id="26" idx="6"/>
              <a:endCxn id="8" idx="6"/>
            </p:cNvCxnSpPr>
            <p:nvPr/>
          </p:nvCxnSpPr>
          <p:spPr>
            <a:xfrm flipV="1">
              <a:off x="5359660" y="2343868"/>
              <a:ext cx="841021" cy="659098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9" name="Straight Connector 68">
              <a:extLst>
                <a:ext uri="{FF2B5EF4-FFF2-40B4-BE49-F238E27FC236}">
                  <a16:creationId xmlns:a16="http://schemas.microsoft.com/office/drawing/2014/main" id="{535A9597-7DF5-F454-277D-8823D8D66973}"/>
                </a:ext>
              </a:extLst>
            </p:cNvPr>
            <p:cNvCxnSpPr>
              <a:cxnSpLocks/>
              <a:stCxn id="27" idx="6"/>
              <a:endCxn id="8" idx="6"/>
            </p:cNvCxnSpPr>
            <p:nvPr/>
          </p:nvCxnSpPr>
          <p:spPr>
            <a:xfrm flipV="1">
              <a:off x="5359660" y="2343868"/>
              <a:ext cx="841021" cy="1082431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80" name="Left Brace 79">
              <a:extLst>
                <a:ext uri="{FF2B5EF4-FFF2-40B4-BE49-F238E27FC236}">
                  <a16:creationId xmlns:a16="http://schemas.microsoft.com/office/drawing/2014/main" id="{CEDC0DAF-660A-A949-E496-5405555DE3F6}"/>
                </a:ext>
              </a:extLst>
            </p:cNvPr>
            <p:cNvSpPr/>
            <p:nvPr/>
          </p:nvSpPr>
          <p:spPr>
            <a:xfrm rot="5400000">
              <a:off x="2344651" y="-129535"/>
              <a:ext cx="257908" cy="2251617"/>
            </a:xfrm>
            <a:prstGeom prst="leftBrac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1" name="Left Brace 80">
              <a:extLst>
                <a:ext uri="{FF2B5EF4-FFF2-40B4-BE49-F238E27FC236}">
                  <a16:creationId xmlns:a16="http://schemas.microsoft.com/office/drawing/2014/main" id="{CC928B21-E2CF-3EEB-1226-7EC6012BA226}"/>
                </a:ext>
              </a:extLst>
            </p:cNvPr>
            <p:cNvSpPr/>
            <p:nvPr/>
          </p:nvSpPr>
          <p:spPr>
            <a:xfrm rot="5400000">
              <a:off x="5073798" y="-126419"/>
              <a:ext cx="257908" cy="2251617"/>
            </a:xfrm>
            <a:prstGeom prst="leftBrac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3" name="TextBox 82">
              <a:extLst>
                <a:ext uri="{FF2B5EF4-FFF2-40B4-BE49-F238E27FC236}">
                  <a16:creationId xmlns:a16="http://schemas.microsoft.com/office/drawing/2014/main" id="{07A3212B-3C06-69F7-6930-BBBDCDF25875}"/>
                </a:ext>
              </a:extLst>
            </p:cNvPr>
            <p:cNvSpPr txBox="1"/>
            <p:nvPr/>
          </p:nvSpPr>
          <p:spPr>
            <a:xfrm>
              <a:off x="6156330" y="3498208"/>
              <a:ext cx="488916" cy="307777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algn="ctr"/>
              <a:r>
                <a:rPr lang="en-GB" sz="2000" b="0" dirty="0"/>
                <a:t>✓/✗</a:t>
              </a:r>
              <a:endParaRPr lang="en-US" sz="1400" dirty="0"/>
            </a:p>
          </p:txBody>
        </p:sp>
        <p:sp>
          <p:nvSpPr>
            <p:cNvPr id="84" name="TextBox 83">
              <a:extLst>
                <a:ext uri="{FF2B5EF4-FFF2-40B4-BE49-F238E27FC236}">
                  <a16:creationId xmlns:a16="http://schemas.microsoft.com/office/drawing/2014/main" id="{22A3676A-A9AA-589A-CC6C-5E4C21431F40}"/>
                </a:ext>
              </a:extLst>
            </p:cNvPr>
            <p:cNvSpPr txBox="1"/>
            <p:nvPr/>
          </p:nvSpPr>
          <p:spPr>
            <a:xfrm>
              <a:off x="5778202" y="3775849"/>
              <a:ext cx="123508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dirty="0"/>
                <a:t>Real data?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665288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EAA9EE-BEA9-1D54-6E38-5453D10A85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AD8F9938-1583-154B-ACE9-1803659D8492}"/>
              </a:ext>
            </a:extLst>
          </p:cNvPr>
          <p:cNvSpPr/>
          <p:nvPr/>
        </p:nvSpPr>
        <p:spPr>
          <a:xfrm>
            <a:off x="1080653" y="1870366"/>
            <a:ext cx="989214" cy="989214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0E3C5FD3-5CA8-2918-F221-DFB77AF73410}"/>
              </a:ext>
            </a:extLst>
          </p:cNvPr>
          <p:cNvSpPr/>
          <p:nvPr/>
        </p:nvSpPr>
        <p:spPr>
          <a:xfrm>
            <a:off x="2286929" y="1870366"/>
            <a:ext cx="989214" cy="989214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58" name="Group 57">
            <a:extLst>
              <a:ext uri="{FF2B5EF4-FFF2-40B4-BE49-F238E27FC236}">
                <a16:creationId xmlns:a16="http://schemas.microsoft.com/office/drawing/2014/main" id="{2E98C4B2-139D-52BB-C5E2-FC5B5AFD1852}"/>
              </a:ext>
            </a:extLst>
          </p:cNvPr>
          <p:cNvGrpSpPr/>
          <p:nvPr/>
        </p:nvGrpSpPr>
        <p:grpSpPr>
          <a:xfrm>
            <a:off x="914399" y="831275"/>
            <a:ext cx="2493823" cy="618051"/>
            <a:chOff x="914399" y="831275"/>
            <a:chExt cx="2493823" cy="618051"/>
          </a:xfrm>
        </p:grpSpPr>
        <mc:AlternateContent xmlns:mc="http://schemas.openxmlformats.org/markup-compatibility/2006">
          <mc:Choice xmlns:a14="http://schemas.microsoft.com/office/drawing/2010/main" Requires="a14">
            <p:sp>
              <p:nvSpPr>
                <p:cNvPr id="4" name="TextBox 3">
                  <a:extLst>
                    <a:ext uri="{FF2B5EF4-FFF2-40B4-BE49-F238E27FC236}">
                      <a16:creationId xmlns:a16="http://schemas.microsoft.com/office/drawing/2014/main" id="{C261F9CA-78D1-6EC4-5072-FDA55BAE4175}"/>
                    </a:ext>
                  </a:extLst>
                </p:cNvPr>
                <p:cNvSpPr txBox="1"/>
                <p:nvPr/>
              </p:nvSpPr>
              <p:spPr>
                <a:xfrm>
                  <a:off x="914399" y="1039092"/>
                  <a:ext cx="399011" cy="410234"/>
                </a:xfrm>
                <a:prstGeom prst="rect">
                  <a:avLst/>
                </a:prstGeom>
                <a:noFill/>
                <a:ln w="12700">
                  <a:solidFill>
                    <a:schemeClr val="tx1"/>
                  </a:solidFill>
                </a:ln>
              </p:spPr>
              <p:txBody>
                <a:bodyPr wrap="square" lIns="36000" tIns="0" rIns="36000" bIns="0" rtlCol="0" anchor="ctr">
                  <a:no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GB" sz="2400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oMath>
                    </m:oMathPara>
                  </a14:m>
                  <a:endParaRPr lang="en-US" sz="2400" dirty="0"/>
                </a:p>
              </p:txBody>
            </p:sp>
          </mc:Choice>
          <mc:Fallback>
            <p:sp>
              <p:nvSpPr>
                <p:cNvPr id="4" name="TextBox 3">
                  <a:extLst>
                    <a:ext uri="{FF2B5EF4-FFF2-40B4-BE49-F238E27FC236}">
                      <a16:creationId xmlns:a16="http://schemas.microsoft.com/office/drawing/2014/main" id="{C261F9CA-78D1-6EC4-5072-FDA55BAE417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14399" y="1039092"/>
                  <a:ext cx="399011" cy="410234"/>
                </a:xfrm>
                <a:prstGeom prst="rect">
                  <a:avLst/>
                </a:prstGeom>
                <a:blipFill>
                  <a:blip r:embed="rId2"/>
                  <a:stretch>
                    <a:fillRect/>
                  </a:stretch>
                </a:blipFill>
                <a:ln w="12700"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5AAFF911-DD30-CBE4-392B-9479CAFF6B8C}"/>
                    </a:ext>
                  </a:extLst>
                </p:cNvPr>
                <p:cNvSpPr txBox="1"/>
                <p:nvPr/>
              </p:nvSpPr>
              <p:spPr>
                <a:xfrm>
                  <a:off x="3009211" y="1036392"/>
                  <a:ext cx="399011" cy="410234"/>
                </a:xfrm>
                <a:prstGeom prst="rect">
                  <a:avLst/>
                </a:prstGeom>
                <a:noFill/>
                <a:ln w="12700">
                  <a:solidFill>
                    <a:schemeClr val="tx1"/>
                  </a:solidFill>
                </a:ln>
              </p:spPr>
              <p:txBody>
                <a:bodyPr wrap="square" lIns="36000" tIns="0" rIns="36000" bIns="0" rtlCol="0" anchor="ctr">
                  <a:no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acc>
                          <m:accPr>
                            <m:chr m:val="̂"/>
                            <m:ctrlPr>
                              <a:rPr lang="en-GB" sz="2400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GB" sz="2400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</m:acc>
                      </m:oMath>
                    </m:oMathPara>
                  </a14:m>
                  <a:endParaRPr lang="en-US" sz="2400" dirty="0"/>
                </a:p>
              </p:txBody>
            </p:sp>
          </mc:Choice>
          <mc:Fallback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5AAFF911-DD30-CBE4-392B-9479CAFF6B8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009211" y="1036392"/>
                  <a:ext cx="399011" cy="410234"/>
                </a:xfrm>
                <a:prstGeom prst="rect">
                  <a:avLst/>
                </a:prstGeom>
                <a:blipFill>
                  <a:blip r:embed="rId3"/>
                  <a:stretch>
                    <a:fillRect t="-8824"/>
                  </a:stretch>
                </a:blipFill>
                <a:ln w="12700"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10E8FCDA-DA30-0089-43C6-967B19733EC5}"/>
                    </a:ext>
                  </a:extLst>
                </p:cNvPr>
                <p:cNvSpPr txBox="1"/>
                <p:nvPr/>
              </p:nvSpPr>
              <p:spPr>
                <a:xfrm>
                  <a:off x="1961805" y="1039092"/>
                  <a:ext cx="399011" cy="410234"/>
                </a:xfrm>
                <a:prstGeom prst="rect">
                  <a:avLst/>
                </a:prstGeom>
                <a:noFill/>
                <a:ln w="12700">
                  <a:solidFill>
                    <a:schemeClr val="tx1"/>
                  </a:solidFill>
                </a:ln>
              </p:spPr>
              <p:txBody>
                <a:bodyPr wrap="square" lIns="36000" tIns="0" rIns="36000" bIns="0" rtlCol="0" anchor="ctr">
                  <a:no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acc>
                          <m:accPr>
                            <m:chr m:val="̂"/>
                            <m:ctrlPr>
                              <a:rPr lang="en-GB" sz="2400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GB" sz="2400" b="0" i="1" smtClean="0">
                                <a:latin typeface="Cambria Math" panose="02040503050406030204" pitchFamily="18" charset="0"/>
                              </a:rPr>
                              <m:t>𝑏</m:t>
                            </m:r>
                          </m:e>
                        </m:acc>
                      </m:oMath>
                    </m:oMathPara>
                  </a14:m>
                  <a:endParaRPr lang="en-US" sz="2400" dirty="0"/>
                </a:p>
              </p:txBody>
            </p:sp>
          </mc:Choice>
          <mc:Fallback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10E8FCDA-DA30-0089-43C6-967B19733EC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961805" y="1039092"/>
                  <a:ext cx="399011" cy="410234"/>
                </a:xfrm>
                <a:prstGeom prst="rect">
                  <a:avLst/>
                </a:prstGeom>
                <a:blipFill>
                  <a:blip r:embed="rId4"/>
                  <a:stretch>
                    <a:fillRect t="-17647" b="-2941"/>
                  </a:stretch>
                </a:blipFill>
                <a:ln w="12700"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4" name="Straight Arrow Connector 13">
              <a:extLst>
                <a:ext uri="{FF2B5EF4-FFF2-40B4-BE49-F238E27FC236}">
                  <a16:creationId xmlns:a16="http://schemas.microsoft.com/office/drawing/2014/main" id="{17C71794-0EF9-B828-F427-927A3F5CE373}"/>
                </a:ext>
              </a:extLst>
            </p:cNvPr>
            <p:cNvCxnSpPr>
              <a:stCxn id="4" idx="3"/>
              <a:endCxn id="7" idx="1"/>
            </p:cNvCxnSpPr>
            <p:nvPr/>
          </p:nvCxnSpPr>
          <p:spPr>
            <a:xfrm>
              <a:off x="1313410" y="1244209"/>
              <a:ext cx="648395" cy="0"/>
            </a:xfrm>
            <a:prstGeom prst="straightConnector1">
              <a:avLst/>
            </a:prstGeom>
            <a:ln w="31750">
              <a:solidFill>
                <a:schemeClr val="accent2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9ECC4ED7-495C-0204-3443-3CCC14D2C2A2}"/>
                </a:ext>
              </a:extLst>
            </p:cNvPr>
            <p:cNvCxnSpPr>
              <a:cxnSpLocks/>
              <a:endCxn id="5" idx="1"/>
            </p:cNvCxnSpPr>
            <p:nvPr/>
          </p:nvCxnSpPr>
          <p:spPr>
            <a:xfrm flipV="1">
              <a:off x="2360816" y="1241509"/>
              <a:ext cx="648395" cy="11084"/>
            </a:xfrm>
            <a:prstGeom prst="straightConnector1">
              <a:avLst/>
            </a:prstGeom>
            <a:ln w="31750">
              <a:solidFill>
                <a:schemeClr val="accent5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49" name="TextBox 48">
                  <a:extLst>
                    <a:ext uri="{FF2B5EF4-FFF2-40B4-BE49-F238E27FC236}">
                      <a16:creationId xmlns:a16="http://schemas.microsoft.com/office/drawing/2014/main" id="{1877BF09-BA55-08BA-65C8-10FC77C466FB}"/>
                    </a:ext>
                  </a:extLst>
                </p:cNvPr>
                <p:cNvSpPr txBox="1"/>
                <p:nvPr/>
              </p:nvSpPr>
              <p:spPr>
                <a:xfrm>
                  <a:off x="1222906" y="833975"/>
                  <a:ext cx="796169" cy="410234"/>
                </a:xfrm>
                <a:prstGeom prst="rect">
                  <a:avLst/>
                </a:prstGeom>
                <a:noFill/>
                <a:ln w="12700">
                  <a:noFill/>
                </a:ln>
              </p:spPr>
              <p:txBody>
                <a:bodyPr wrap="square" lIns="36000" tIns="0" rIns="36000" bIns="0" rtlCol="0" anchor="ctr">
                  <a:no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GB" b="0" i="1" smtClean="0">
                                <a:solidFill>
                                  <a:schemeClr val="accent2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b="0" i="1" smtClean="0">
                                <a:solidFill>
                                  <a:schemeClr val="accent2"/>
                                </a:solidFill>
                                <a:latin typeface="Cambria Math" panose="02040503050406030204" pitchFamily="18" charset="0"/>
                              </a:rPr>
                              <m:t>𝐺</m:t>
                            </m:r>
                          </m:e>
                          <m:sub>
                            <m:r>
                              <a:rPr lang="en-GB" b="0" i="1" smtClean="0">
                                <a:solidFill>
                                  <a:schemeClr val="accent2"/>
                                </a:solidFill>
                                <a:latin typeface="Cambria Math" panose="02040503050406030204" pitchFamily="18" charset="0"/>
                              </a:rPr>
                              <m:t>𝐴</m:t>
                            </m:r>
                            <m:r>
                              <a:rPr lang="en-GB" b="0" i="1" smtClean="0">
                                <a:solidFill>
                                  <a:schemeClr val="accent2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→</m:t>
                            </m:r>
                            <m:r>
                              <a:rPr lang="en-GB" b="0" i="1" smtClean="0">
                                <a:solidFill>
                                  <a:schemeClr val="accent2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𝐵</m:t>
                            </m:r>
                          </m:sub>
                        </m:sSub>
                      </m:oMath>
                    </m:oMathPara>
                  </a14:m>
                  <a:endParaRPr lang="en-US" dirty="0">
                    <a:solidFill>
                      <a:schemeClr val="accent2"/>
                    </a:solidFill>
                  </a:endParaRPr>
                </a:p>
              </p:txBody>
            </p:sp>
          </mc:Choice>
          <mc:Fallback>
            <p:sp>
              <p:nvSpPr>
                <p:cNvPr id="49" name="TextBox 48">
                  <a:extLst>
                    <a:ext uri="{FF2B5EF4-FFF2-40B4-BE49-F238E27FC236}">
                      <a16:creationId xmlns:a16="http://schemas.microsoft.com/office/drawing/2014/main" id="{1877BF09-BA55-08BA-65C8-10FC77C466F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222906" y="833975"/>
                  <a:ext cx="796169" cy="410234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  <a:ln w="12700">
                  <a:noFill/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55" name="TextBox 54">
                  <a:extLst>
                    <a:ext uri="{FF2B5EF4-FFF2-40B4-BE49-F238E27FC236}">
                      <a16:creationId xmlns:a16="http://schemas.microsoft.com/office/drawing/2014/main" id="{7487EFAC-AF65-0E49-1343-4A0AB4E9C67B}"/>
                    </a:ext>
                  </a:extLst>
                </p:cNvPr>
                <p:cNvSpPr txBox="1"/>
                <p:nvPr/>
              </p:nvSpPr>
              <p:spPr>
                <a:xfrm>
                  <a:off x="2270303" y="831275"/>
                  <a:ext cx="796169" cy="410234"/>
                </a:xfrm>
                <a:prstGeom prst="rect">
                  <a:avLst/>
                </a:prstGeom>
                <a:noFill/>
                <a:ln w="12700">
                  <a:noFill/>
                </a:ln>
              </p:spPr>
              <p:txBody>
                <a:bodyPr wrap="square" lIns="36000" tIns="0" rIns="36000" bIns="0" rtlCol="0" anchor="ctr">
                  <a:no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GB" b="0" i="1" smtClean="0">
                                <a:solidFill>
                                  <a:schemeClr val="accent5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b="0" i="1" smtClean="0">
                                <a:solidFill>
                                  <a:schemeClr val="accent5"/>
                                </a:solidFill>
                                <a:latin typeface="Cambria Math" panose="02040503050406030204" pitchFamily="18" charset="0"/>
                              </a:rPr>
                              <m:t>𝐺</m:t>
                            </m:r>
                          </m:e>
                          <m:sub>
                            <m:r>
                              <a:rPr lang="en-GB" b="0" i="1" smtClean="0">
                                <a:solidFill>
                                  <a:schemeClr val="accent5"/>
                                </a:solidFill>
                                <a:latin typeface="Cambria Math" panose="02040503050406030204" pitchFamily="18" charset="0"/>
                              </a:rPr>
                              <m:t>𝐵</m:t>
                            </m:r>
                            <m:r>
                              <a:rPr lang="en-GB" b="0" i="1" smtClean="0">
                                <a:solidFill>
                                  <a:schemeClr val="accent5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→</m:t>
                            </m:r>
                            <m:r>
                              <a:rPr lang="en-GB" b="0" i="1" smtClean="0">
                                <a:solidFill>
                                  <a:schemeClr val="accent5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𝐴</m:t>
                            </m:r>
                          </m:sub>
                        </m:sSub>
                      </m:oMath>
                    </m:oMathPara>
                  </a14:m>
                  <a:endParaRPr lang="en-US" dirty="0">
                    <a:solidFill>
                      <a:schemeClr val="accent5"/>
                    </a:solidFill>
                  </a:endParaRPr>
                </a:p>
              </p:txBody>
            </p:sp>
          </mc:Choice>
          <mc:Fallback>
            <p:sp>
              <p:nvSpPr>
                <p:cNvPr id="55" name="TextBox 54">
                  <a:extLst>
                    <a:ext uri="{FF2B5EF4-FFF2-40B4-BE49-F238E27FC236}">
                      <a16:creationId xmlns:a16="http://schemas.microsoft.com/office/drawing/2014/main" id="{7487EFAC-AF65-0E49-1343-4A0AB4E9C67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270303" y="831275"/>
                  <a:ext cx="796169" cy="410234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  <a:ln w="12700">
                  <a:noFill/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64" name="TextBox 63">
                <a:extLst>
                  <a:ext uri="{FF2B5EF4-FFF2-40B4-BE49-F238E27FC236}">
                    <a16:creationId xmlns:a16="http://schemas.microsoft.com/office/drawing/2014/main" id="{16DFA1BC-75D5-8C9F-E9D6-95DA92F854CB}"/>
                  </a:ext>
                </a:extLst>
              </p:cNvPr>
              <p:cNvSpPr txBox="1"/>
              <p:nvPr/>
            </p:nvSpPr>
            <p:spPr>
              <a:xfrm>
                <a:off x="3805380" y="1036392"/>
                <a:ext cx="399011" cy="410234"/>
              </a:xfrm>
              <a:prstGeom prst="rect">
                <a:avLst/>
              </a:prstGeom>
              <a:noFill/>
              <a:ln w="12700">
                <a:solidFill>
                  <a:schemeClr val="tx1"/>
                </a:solidFill>
              </a:ln>
            </p:spPr>
            <p:txBody>
              <a:bodyPr wrap="square" lIns="36000" tIns="0" rIns="36000" bIns="0" rtlCol="0" anchor="ctr"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𝑏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>
          <p:sp>
            <p:nvSpPr>
              <p:cNvPr id="64" name="TextBox 63">
                <a:extLst>
                  <a:ext uri="{FF2B5EF4-FFF2-40B4-BE49-F238E27FC236}">
                    <a16:creationId xmlns:a16="http://schemas.microsoft.com/office/drawing/2014/main" id="{16DFA1BC-75D5-8C9F-E9D6-95DA92F854C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05380" y="1036392"/>
                <a:ext cx="399011" cy="410234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  <a:ln w="1270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7" name="TextBox 66">
                <a:extLst>
                  <a:ext uri="{FF2B5EF4-FFF2-40B4-BE49-F238E27FC236}">
                    <a16:creationId xmlns:a16="http://schemas.microsoft.com/office/drawing/2014/main" id="{B50DF192-D57E-0982-45E2-64A07D87D978}"/>
                  </a:ext>
                </a:extLst>
              </p:cNvPr>
              <p:cNvSpPr txBox="1"/>
              <p:nvPr/>
            </p:nvSpPr>
            <p:spPr>
              <a:xfrm>
                <a:off x="5900192" y="1033692"/>
                <a:ext cx="399011" cy="410234"/>
              </a:xfrm>
              <a:prstGeom prst="rect">
                <a:avLst/>
              </a:prstGeom>
              <a:noFill/>
              <a:ln w="12700">
                <a:solidFill>
                  <a:schemeClr val="tx1"/>
                </a:solidFill>
              </a:ln>
            </p:spPr>
            <p:txBody>
              <a:bodyPr wrap="square" lIns="36000" tIns="0" rIns="36000" bIns="0" rtlCol="0" anchor="ctr"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lang="en-GB" sz="2400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</m:acc>
                    </m:oMath>
                  </m:oMathPara>
                </a14:m>
                <a:endParaRPr lang="en-US" sz="2400" dirty="0"/>
              </a:p>
            </p:txBody>
          </p:sp>
        </mc:Choice>
        <mc:Fallback>
          <p:sp>
            <p:nvSpPr>
              <p:cNvPr id="67" name="TextBox 66">
                <a:extLst>
                  <a:ext uri="{FF2B5EF4-FFF2-40B4-BE49-F238E27FC236}">
                    <a16:creationId xmlns:a16="http://schemas.microsoft.com/office/drawing/2014/main" id="{B50DF192-D57E-0982-45E2-64A07D87D97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00192" y="1033692"/>
                <a:ext cx="399011" cy="410234"/>
              </a:xfrm>
              <a:prstGeom prst="rect">
                <a:avLst/>
              </a:prstGeom>
              <a:blipFill>
                <a:blip r:embed="rId8"/>
                <a:stretch>
                  <a:fillRect t="-20588" b="-2941"/>
                </a:stretch>
              </a:blipFill>
              <a:ln w="1270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0" name="TextBox 69">
                <a:extLst>
                  <a:ext uri="{FF2B5EF4-FFF2-40B4-BE49-F238E27FC236}">
                    <a16:creationId xmlns:a16="http://schemas.microsoft.com/office/drawing/2014/main" id="{196FF806-AB7F-47BA-44CE-91A5D10EB766}"/>
                  </a:ext>
                </a:extLst>
              </p:cNvPr>
              <p:cNvSpPr txBox="1"/>
              <p:nvPr/>
            </p:nvSpPr>
            <p:spPr>
              <a:xfrm>
                <a:off x="4852786" y="1036392"/>
                <a:ext cx="399011" cy="410234"/>
              </a:xfrm>
              <a:prstGeom prst="rect">
                <a:avLst/>
              </a:prstGeom>
              <a:noFill/>
              <a:ln w="12700">
                <a:solidFill>
                  <a:schemeClr val="tx1"/>
                </a:solidFill>
              </a:ln>
            </p:spPr>
            <p:txBody>
              <a:bodyPr wrap="square" lIns="36000" tIns="0" rIns="36000" bIns="0" rtlCol="0" anchor="ctr"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lang="en-GB" sz="2400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</m:acc>
                    </m:oMath>
                  </m:oMathPara>
                </a14:m>
                <a:endParaRPr lang="en-US" sz="2400" dirty="0"/>
              </a:p>
            </p:txBody>
          </p:sp>
        </mc:Choice>
        <mc:Fallback>
          <p:sp>
            <p:nvSpPr>
              <p:cNvPr id="70" name="TextBox 69">
                <a:extLst>
                  <a:ext uri="{FF2B5EF4-FFF2-40B4-BE49-F238E27FC236}">
                    <a16:creationId xmlns:a16="http://schemas.microsoft.com/office/drawing/2014/main" id="{196FF806-AB7F-47BA-44CE-91A5D10EB76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52786" y="1036392"/>
                <a:ext cx="399011" cy="410234"/>
              </a:xfrm>
              <a:prstGeom prst="rect">
                <a:avLst/>
              </a:prstGeom>
              <a:blipFill>
                <a:blip r:embed="rId9"/>
                <a:stretch>
                  <a:fillRect t="-8824"/>
                </a:stretch>
              </a:blipFill>
              <a:ln w="1270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71" name="Straight Arrow Connector 70">
            <a:extLst>
              <a:ext uri="{FF2B5EF4-FFF2-40B4-BE49-F238E27FC236}">
                <a16:creationId xmlns:a16="http://schemas.microsoft.com/office/drawing/2014/main" id="{66FF6D06-738F-8C3A-276E-81543D359541}"/>
              </a:ext>
            </a:extLst>
          </p:cNvPr>
          <p:cNvCxnSpPr>
            <a:stCxn id="64" idx="3"/>
            <a:endCxn id="70" idx="1"/>
          </p:cNvCxnSpPr>
          <p:nvPr/>
        </p:nvCxnSpPr>
        <p:spPr>
          <a:xfrm>
            <a:off x="4204391" y="1241509"/>
            <a:ext cx="648395" cy="0"/>
          </a:xfrm>
          <a:prstGeom prst="straightConnector1">
            <a:avLst/>
          </a:prstGeom>
          <a:ln w="31750">
            <a:solidFill>
              <a:schemeClr val="accent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Straight Arrow Connector 71">
            <a:extLst>
              <a:ext uri="{FF2B5EF4-FFF2-40B4-BE49-F238E27FC236}">
                <a16:creationId xmlns:a16="http://schemas.microsoft.com/office/drawing/2014/main" id="{17415D77-8C61-2F3E-79E4-FCAB5A85C104}"/>
              </a:ext>
            </a:extLst>
          </p:cNvPr>
          <p:cNvCxnSpPr>
            <a:cxnSpLocks/>
            <a:endCxn id="67" idx="1"/>
          </p:cNvCxnSpPr>
          <p:nvPr/>
        </p:nvCxnSpPr>
        <p:spPr>
          <a:xfrm flipV="1">
            <a:off x="5251797" y="1238809"/>
            <a:ext cx="648395" cy="11084"/>
          </a:xfrm>
          <a:prstGeom prst="straightConnector1">
            <a:avLst/>
          </a:prstGeom>
          <a:ln w="31750">
            <a:solidFill>
              <a:schemeClr val="accent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73" name="TextBox 72">
                <a:extLst>
                  <a:ext uri="{FF2B5EF4-FFF2-40B4-BE49-F238E27FC236}">
                    <a16:creationId xmlns:a16="http://schemas.microsoft.com/office/drawing/2014/main" id="{D50686B1-CF41-60A6-5464-FC6D34276EB9}"/>
                  </a:ext>
                </a:extLst>
              </p:cNvPr>
              <p:cNvSpPr txBox="1"/>
              <p:nvPr/>
            </p:nvSpPr>
            <p:spPr>
              <a:xfrm>
                <a:off x="4122200" y="831275"/>
                <a:ext cx="796169" cy="410234"/>
              </a:xfrm>
              <a:prstGeom prst="rect">
                <a:avLst/>
              </a:prstGeom>
              <a:noFill/>
              <a:ln w="12700">
                <a:noFill/>
              </a:ln>
            </p:spPr>
            <p:txBody>
              <a:bodyPr wrap="square" lIns="36000" tIns="0" rIns="36000" bIns="0" rtlCol="0" anchor="ctr"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b="0" i="1" smtClean="0">
                              <a:solidFill>
                                <a:schemeClr val="accent5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smtClean="0">
                              <a:solidFill>
                                <a:schemeClr val="accent5"/>
                              </a:solidFill>
                              <a:latin typeface="Cambria Math" panose="02040503050406030204" pitchFamily="18" charset="0"/>
                            </a:rPr>
                            <m:t>𝐺</m:t>
                          </m:r>
                        </m:e>
                        <m:sub>
                          <m:r>
                            <a:rPr lang="en-GB" b="0" i="1" smtClean="0">
                              <a:solidFill>
                                <a:schemeClr val="accent5"/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  <m:r>
                            <a:rPr lang="en-GB" b="0" i="1" smtClean="0">
                              <a:solidFill>
                                <a:schemeClr val="accent5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→</m:t>
                          </m:r>
                          <m:r>
                            <a:rPr lang="en-GB" b="0" i="1" smtClean="0">
                              <a:solidFill>
                                <a:schemeClr val="accent5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𝐴</m:t>
                          </m:r>
                        </m:sub>
                      </m:sSub>
                    </m:oMath>
                  </m:oMathPara>
                </a14:m>
                <a:endParaRPr lang="en-US" dirty="0">
                  <a:solidFill>
                    <a:schemeClr val="accent5"/>
                  </a:solidFill>
                </a:endParaRPr>
              </a:p>
            </p:txBody>
          </p:sp>
        </mc:Choice>
        <mc:Fallback>
          <p:sp>
            <p:nvSpPr>
              <p:cNvPr id="73" name="TextBox 72">
                <a:extLst>
                  <a:ext uri="{FF2B5EF4-FFF2-40B4-BE49-F238E27FC236}">
                    <a16:creationId xmlns:a16="http://schemas.microsoft.com/office/drawing/2014/main" id="{D50686B1-CF41-60A6-5464-FC6D34276EB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22200" y="831275"/>
                <a:ext cx="796169" cy="410234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  <a:ln w="12700"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4" name="TextBox 73">
                <a:extLst>
                  <a:ext uri="{FF2B5EF4-FFF2-40B4-BE49-F238E27FC236}">
                    <a16:creationId xmlns:a16="http://schemas.microsoft.com/office/drawing/2014/main" id="{0E4D6BC1-CBEC-2E33-CF30-388FB0579BE1}"/>
                  </a:ext>
                </a:extLst>
              </p:cNvPr>
              <p:cNvSpPr txBox="1"/>
              <p:nvPr/>
            </p:nvSpPr>
            <p:spPr>
              <a:xfrm>
                <a:off x="5169597" y="828575"/>
                <a:ext cx="796169" cy="410234"/>
              </a:xfrm>
              <a:prstGeom prst="rect">
                <a:avLst/>
              </a:prstGeom>
              <a:noFill/>
              <a:ln w="12700">
                <a:noFill/>
              </a:ln>
            </p:spPr>
            <p:txBody>
              <a:bodyPr wrap="square" lIns="36000" tIns="0" rIns="36000" bIns="0" rtlCol="0" anchor="ctr"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b="0" i="1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𝐺</m:t>
                          </m:r>
                        </m:e>
                        <m:sub>
                          <m:r>
                            <a:rPr lang="en-GB" b="0" i="1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en-GB" b="0" i="1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→</m:t>
                          </m:r>
                          <m:r>
                            <a:rPr lang="en-GB" b="0" i="1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</m:oMath>
                  </m:oMathPara>
                </a14:m>
                <a:endParaRPr lang="en-US" dirty="0">
                  <a:solidFill>
                    <a:schemeClr val="accent2"/>
                  </a:solidFill>
                </a:endParaRPr>
              </a:p>
            </p:txBody>
          </p:sp>
        </mc:Choice>
        <mc:Fallback>
          <p:sp>
            <p:nvSpPr>
              <p:cNvPr id="74" name="TextBox 73">
                <a:extLst>
                  <a:ext uri="{FF2B5EF4-FFF2-40B4-BE49-F238E27FC236}">
                    <a16:creationId xmlns:a16="http://schemas.microsoft.com/office/drawing/2014/main" id="{0E4D6BC1-CBEC-2E33-CF30-388FB0579BE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69597" y="828575"/>
                <a:ext cx="796169" cy="410234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  <a:ln w="12700"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5" name="Rectangle 74">
            <a:extLst>
              <a:ext uri="{FF2B5EF4-FFF2-40B4-BE49-F238E27FC236}">
                <a16:creationId xmlns:a16="http://schemas.microsoft.com/office/drawing/2014/main" id="{3A954452-3E43-B81F-922E-7C70E5276ADB}"/>
              </a:ext>
            </a:extLst>
          </p:cNvPr>
          <p:cNvSpPr/>
          <p:nvPr/>
        </p:nvSpPr>
        <p:spPr>
          <a:xfrm>
            <a:off x="3971634" y="1870366"/>
            <a:ext cx="989214" cy="989214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6" name="Rectangle 75">
            <a:extLst>
              <a:ext uri="{FF2B5EF4-FFF2-40B4-BE49-F238E27FC236}">
                <a16:creationId xmlns:a16="http://schemas.microsoft.com/office/drawing/2014/main" id="{7336021B-2DFF-5243-BB4F-3526CD32045B}"/>
              </a:ext>
            </a:extLst>
          </p:cNvPr>
          <p:cNvSpPr/>
          <p:nvPr/>
        </p:nvSpPr>
        <p:spPr>
          <a:xfrm>
            <a:off x="5177910" y="1870366"/>
            <a:ext cx="989214" cy="989214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7" name="TextBox 76">
                <a:extLst>
                  <a:ext uri="{FF2B5EF4-FFF2-40B4-BE49-F238E27FC236}">
                    <a16:creationId xmlns:a16="http://schemas.microsoft.com/office/drawing/2014/main" id="{8E07C747-2BFB-F7AB-CB03-79999FEDC546}"/>
                  </a:ext>
                </a:extLst>
              </p:cNvPr>
              <p:cNvSpPr txBox="1"/>
              <p:nvPr/>
            </p:nvSpPr>
            <p:spPr>
              <a:xfrm>
                <a:off x="1014573" y="2859580"/>
                <a:ext cx="121283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Domain </a:t>
                </a:r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en-US" dirty="0"/>
                  <a:t> </a:t>
                </a:r>
              </a:p>
            </p:txBody>
          </p:sp>
        </mc:Choice>
        <mc:Fallback>
          <p:sp>
            <p:nvSpPr>
              <p:cNvPr id="77" name="TextBox 76">
                <a:extLst>
                  <a:ext uri="{FF2B5EF4-FFF2-40B4-BE49-F238E27FC236}">
                    <a16:creationId xmlns:a16="http://schemas.microsoft.com/office/drawing/2014/main" id="{8E07C747-2BFB-F7AB-CB03-79999FEDC54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14573" y="2859580"/>
                <a:ext cx="1212833" cy="369332"/>
              </a:xfrm>
              <a:prstGeom prst="rect">
                <a:avLst/>
              </a:prstGeom>
              <a:blipFill>
                <a:blip r:embed="rId12"/>
                <a:stretch>
                  <a:fillRect l="-4124" t="-6667" b="-2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8" name="TextBox 77">
                <a:extLst>
                  <a:ext uri="{FF2B5EF4-FFF2-40B4-BE49-F238E27FC236}">
                    <a16:creationId xmlns:a16="http://schemas.microsoft.com/office/drawing/2014/main" id="{374818B8-0199-23F8-4FCF-31BC80CE1484}"/>
                  </a:ext>
                </a:extLst>
              </p:cNvPr>
              <p:cNvSpPr txBox="1"/>
              <p:nvPr/>
            </p:nvSpPr>
            <p:spPr>
              <a:xfrm>
                <a:off x="2195391" y="2859580"/>
                <a:ext cx="1223220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Domain </a:t>
                </a:r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𝐵</m:t>
                    </m:r>
                  </m:oMath>
                </a14:m>
                <a:r>
                  <a:rPr lang="en-US" dirty="0"/>
                  <a:t> </a:t>
                </a:r>
              </a:p>
            </p:txBody>
          </p:sp>
        </mc:Choice>
        <mc:Fallback>
          <p:sp>
            <p:nvSpPr>
              <p:cNvPr id="78" name="TextBox 77">
                <a:extLst>
                  <a:ext uri="{FF2B5EF4-FFF2-40B4-BE49-F238E27FC236}">
                    <a16:creationId xmlns:a16="http://schemas.microsoft.com/office/drawing/2014/main" id="{374818B8-0199-23F8-4FCF-31BC80CE148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95391" y="2859580"/>
                <a:ext cx="1223220" cy="369332"/>
              </a:xfrm>
              <a:prstGeom prst="rect">
                <a:avLst/>
              </a:prstGeom>
              <a:blipFill>
                <a:blip r:embed="rId13"/>
                <a:stretch>
                  <a:fillRect l="-4082" t="-6667" b="-2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9" name="TextBox 78">
                <a:extLst>
                  <a:ext uri="{FF2B5EF4-FFF2-40B4-BE49-F238E27FC236}">
                    <a16:creationId xmlns:a16="http://schemas.microsoft.com/office/drawing/2014/main" id="{F6E2E939-D00E-C91B-ECE6-D3C8A73F3390}"/>
                  </a:ext>
                </a:extLst>
              </p:cNvPr>
              <p:cNvSpPr txBox="1"/>
              <p:nvPr/>
            </p:nvSpPr>
            <p:spPr>
              <a:xfrm>
                <a:off x="3886852" y="2859580"/>
                <a:ext cx="1223220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Domain </a:t>
                </a:r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𝐵</m:t>
                    </m:r>
                  </m:oMath>
                </a14:m>
                <a:r>
                  <a:rPr lang="en-US" dirty="0"/>
                  <a:t> </a:t>
                </a:r>
              </a:p>
            </p:txBody>
          </p:sp>
        </mc:Choice>
        <mc:Fallback>
          <p:sp>
            <p:nvSpPr>
              <p:cNvPr id="79" name="TextBox 78">
                <a:extLst>
                  <a:ext uri="{FF2B5EF4-FFF2-40B4-BE49-F238E27FC236}">
                    <a16:creationId xmlns:a16="http://schemas.microsoft.com/office/drawing/2014/main" id="{F6E2E939-D00E-C91B-ECE6-D3C8A73F339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86852" y="2859580"/>
                <a:ext cx="1223220" cy="369332"/>
              </a:xfrm>
              <a:prstGeom prst="rect">
                <a:avLst/>
              </a:prstGeom>
              <a:blipFill>
                <a:blip r:embed="rId14"/>
                <a:stretch>
                  <a:fillRect l="-5155" t="-6667" b="-2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82" name="TextBox 81">
                <a:extLst>
                  <a:ext uri="{FF2B5EF4-FFF2-40B4-BE49-F238E27FC236}">
                    <a16:creationId xmlns:a16="http://schemas.microsoft.com/office/drawing/2014/main" id="{6148755F-38BD-87CF-4A49-019A72469A42}"/>
                  </a:ext>
                </a:extLst>
              </p:cNvPr>
              <p:cNvSpPr txBox="1"/>
              <p:nvPr/>
            </p:nvSpPr>
            <p:spPr>
              <a:xfrm>
                <a:off x="5067670" y="2859580"/>
                <a:ext cx="121283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Domain </a:t>
                </a:r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en-US" dirty="0"/>
                  <a:t> </a:t>
                </a:r>
              </a:p>
            </p:txBody>
          </p:sp>
        </mc:Choice>
        <mc:Fallback>
          <p:sp>
            <p:nvSpPr>
              <p:cNvPr id="82" name="TextBox 81">
                <a:extLst>
                  <a:ext uri="{FF2B5EF4-FFF2-40B4-BE49-F238E27FC236}">
                    <a16:creationId xmlns:a16="http://schemas.microsoft.com/office/drawing/2014/main" id="{6148755F-38BD-87CF-4A49-019A72469A4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67670" y="2859580"/>
                <a:ext cx="1212833" cy="369332"/>
              </a:xfrm>
              <a:prstGeom prst="rect">
                <a:avLst/>
              </a:prstGeom>
              <a:blipFill>
                <a:blip r:embed="rId15"/>
                <a:stretch>
                  <a:fillRect l="-3093" t="-6667" b="-2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5" name="TextBox 84">
            <a:extLst>
              <a:ext uri="{FF2B5EF4-FFF2-40B4-BE49-F238E27FC236}">
                <a16:creationId xmlns:a16="http://schemas.microsoft.com/office/drawing/2014/main" id="{FB2B7168-95E9-F2CB-5349-588D4E357FB2}"/>
              </a:ext>
            </a:extLst>
          </p:cNvPr>
          <p:cNvSpPr txBox="1"/>
          <p:nvPr/>
        </p:nvSpPr>
        <p:spPr>
          <a:xfrm>
            <a:off x="1159361" y="2075482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+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1D8BD1A0-C507-CE0F-78C9-3BBF57CD0199}"/>
              </a:ext>
            </a:extLst>
          </p:cNvPr>
          <p:cNvSpPr txBox="1"/>
          <p:nvPr/>
        </p:nvSpPr>
        <p:spPr>
          <a:xfrm>
            <a:off x="1286822" y="2244508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+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4BE70D7B-152C-A030-A2A8-24B684346DAE}"/>
              </a:ext>
            </a:extLst>
          </p:cNvPr>
          <p:cNvSpPr txBox="1"/>
          <p:nvPr/>
        </p:nvSpPr>
        <p:spPr>
          <a:xfrm>
            <a:off x="2611309" y="2179933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+</a:t>
            </a:r>
          </a:p>
        </p:txBody>
      </p:sp>
      <p:sp>
        <p:nvSpPr>
          <p:cNvPr id="89" name="Left Brace 88">
            <a:extLst>
              <a:ext uri="{FF2B5EF4-FFF2-40B4-BE49-F238E27FC236}">
                <a16:creationId xmlns:a16="http://schemas.microsoft.com/office/drawing/2014/main" id="{0BCDABF1-C57A-599B-82BC-23FE1332930C}"/>
              </a:ext>
            </a:extLst>
          </p:cNvPr>
          <p:cNvSpPr/>
          <p:nvPr/>
        </p:nvSpPr>
        <p:spPr>
          <a:xfrm rot="19591067">
            <a:off x="1208354" y="2305305"/>
            <a:ext cx="91459" cy="241069"/>
          </a:xfrm>
          <a:prstGeom prst="lef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6" name="Curved Down Arrow 105">
            <a:extLst>
              <a:ext uri="{FF2B5EF4-FFF2-40B4-BE49-F238E27FC236}">
                <a16:creationId xmlns:a16="http://schemas.microsoft.com/office/drawing/2014/main" id="{1281FE8D-8DB8-89F4-F9A8-3D3776FFB158}"/>
              </a:ext>
            </a:extLst>
          </p:cNvPr>
          <p:cNvSpPr/>
          <p:nvPr/>
        </p:nvSpPr>
        <p:spPr>
          <a:xfrm rot="10603588">
            <a:off x="1373700" y="2489575"/>
            <a:ext cx="1415053" cy="217783"/>
          </a:xfrm>
          <a:prstGeom prst="curvedDownArrow">
            <a:avLst>
              <a:gd name="adj1" fmla="val 7543"/>
              <a:gd name="adj2" fmla="val 68984"/>
              <a:gd name="adj3" fmla="val 37617"/>
            </a:avLst>
          </a:prstGeom>
          <a:solidFill>
            <a:schemeClr val="accent5"/>
          </a:solidFill>
          <a:ln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07" name="Curved Down Arrow 106">
            <a:extLst>
              <a:ext uri="{FF2B5EF4-FFF2-40B4-BE49-F238E27FC236}">
                <a16:creationId xmlns:a16="http://schemas.microsoft.com/office/drawing/2014/main" id="{6FD846DB-68B4-6241-D51D-966CC6A97CB1}"/>
              </a:ext>
            </a:extLst>
          </p:cNvPr>
          <p:cNvSpPr/>
          <p:nvPr/>
        </p:nvSpPr>
        <p:spPr>
          <a:xfrm rot="193229">
            <a:off x="1341912" y="1997650"/>
            <a:ext cx="1504882" cy="217783"/>
          </a:xfrm>
          <a:prstGeom prst="curvedDownArrow">
            <a:avLst>
              <a:gd name="adj1" fmla="val 7543"/>
              <a:gd name="adj2" fmla="val 68984"/>
              <a:gd name="adj3" fmla="val 37617"/>
            </a:avLst>
          </a:prstGeom>
          <a:solidFill>
            <a:schemeClr val="accent2"/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08" name="TextBox 107">
            <a:extLst>
              <a:ext uri="{FF2B5EF4-FFF2-40B4-BE49-F238E27FC236}">
                <a16:creationId xmlns:a16="http://schemas.microsoft.com/office/drawing/2014/main" id="{D92DAB7C-5103-8045-848F-7F78B628E73A}"/>
              </a:ext>
            </a:extLst>
          </p:cNvPr>
          <p:cNvSpPr txBox="1"/>
          <p:nvPr/>
        </p:nvSpPr>
        <p:spPr>
          <a:xfrm>
            <a:off x="4466241" y="2285131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+</a:t>
            </a:r>
          </a:p>
        </p:txBody>
      </p:sp>
      <p:sp>
        <p:nvSpPr>
          <p:cNvPr id="109" name="TextBox 108">
            <a:extLst>
              <a:ext uri="{FF2B5EF4-FFF2-40B4-BE49-F238E27FC236}">
                <a16:creationId xmlns:a16="http://schemas.microsoft.com/office/drawing/2014/main" id="{05B284EF-6B37-F482-E76C-EDD1CA06247F}"/>
              </a:ext>
            </a:extLst>
          </p:cNvPr>
          <p:cNvSpPr txBox="1"/>
          <p:nvPr/>
        </p:nvSpPr>
        <p:spPr>
          <a:xfrm>
            <a:off x="996832" y="2410245"/>
            <a:ext cx="36901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i="1" dirty="0"/>
              <a:t>CL</a:t>
            </a:r>
          </a:p>
        </p:txBody>
      </p:sp>
      <p:sp>
        <p:nvSpPr>
          <p:cNvPr id="110" name="TextBox 109">
            <a:extLst>
              <a:ext uri="{FF2B5EF4-FFF2-40B4-BE49-F238E27FC236}">
                <a16:creationId xmlns:a16="http://schemas.microsoft.com/office/drawing/2014/main" id="{9CA9B569-DCBA-F0B3-1B60-7328991860D2}"/>
              </a:ext>
            </a:extLst>
          </p:cNvPr>
          <p:cNvSpPr txBox="1"/>
          <p:nvPr/>
        </p:nvSpPr>
        <p:spPr>
          <a:xfrm>
            <a:off x="4375029" y="2100465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+</a:t>
            </a:r>
          </a:p>
        </p:txBody>
      </p:sp>
      <p:sp>
        <p:nvSpPr>
          <p:cNvPr id="111" name="TextBox 110">
            <a:extLst>
              <a:ext uri="{FF2B5EF4-FFF2-40B4-BE49-F238E27FC236}">
                <a16:creationId xmlns:a16="http://schemas.microsoft.com/office/drawing/2014/main" id="{F3BED4BD-1847-ADC1-211D-E5CE56C92150}"/>
              </a:ext>
            </a:extLst>
          </p:cNvPr>
          <p:cNvSpPr txBox="1"/>
          <p:nvPr/>
        </p:nvSpPr>
        <p:spPr>
          <a:xfrm>
            <a:off x="5251797" y="2043357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+</a:t>
            </a:r>
          </a:p>
        </p:txBody>
      </p:sp>
      <p:sp>
        <p:nvSpPr>
          <p:cNvPr id="112" name="Curved Down Arrow 111">
            <a:extLst>
              <a:ext uri="{FF2B5EF4-FFF2-40B4-BE49-F238E27FC236}">
                <a16:creationId xmlns:a16="http://schemas.microsoft.com/office/drawing/2014/main" id="{301F1FE9-44E3-E087-43D3-4CAA15A7EE96}"/>
              </a:ext>
            </a:extLst>
          </p:cNvPr>
          <p:cNvSpPr/>
          <p:nvPr/>
        </p:nvSpPr>
        <p:spPr>
          <a:xfrm rot="21399109">
            <a:off x="4459644" y="1985104"/>
            <a:ext cx="979966" cy="172160"/>
          </a:xfrm>
          <a:prstGeom prst="curvedDownArrow">
            <a:avLst>
              <a:gd name="adj1" fmla="val 7543"/>
              <a:gd name="adj2" fmla="val 68984"/>
              <a:gd name="adj3" fmla="val 37617"/>
            </a:avLst>
          </a:prstGeom>
          <a:solidFill>
            <a:schemeClr val="accent5"/>
          </a:solidFill>
          <a:ln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13" name="Curved Down Arrow 112">
            <a:extLst>
              <a:ext uri="{FF2B5EF4-FFF2-40B4-BE49-F238E27FC236}">
                <a16:creationId xmlns:a16="http://schemas.microsoft.com/office/drawing/2014/main" id="{B4704D57-13D2-C836-BB6F-C28572E45B31}"/>
              </a:ext>
            </a:extLst>
          </p:cNvPr>
          <p:cNvSpPr/>
          <p:nvPr/>
        </p:nvSpPr>
        <p:spPr>
          <a:xfrm rot="9799447">
            <a:off x="4614383" y="2431898"/>
            <a:ext cx="891286" cy="172160"/>
          </a:xfrm>
          <a:prstGeom prst="curvedDownArrow">
            <a:avLst>
              <a:gd name="adj1" fmla="val 7543"/>
              <a:gd name="adj2" fmla="val 68984"/>
              <a:gd name="adj3" fmla="val 37617"/>
            </a:avLst>
          </a:prstGeom>
          <a:solidFill>
            <a:schemeClr val="accent2"/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8545907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1289</TotalTime>
  <Words>89</Words>
  <Application>Microsoft Macintosh PowerPoint</Application>
  <PresentationFormat>Widescreen</PresentationFormat>
  <Paragraphs>47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8" baseType="lpstr">
      <vt:lpstr>Aptos</vt:lpstr>
      <vt:lpstr>Aptos Display</vt:lpstr>
      <vt:lpstr>Arial</vt:lpstr>
      <vt:lpstr>Cambria Math</vt:lpstr>
      <vt:lpstr>Office Theme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Matthew Blackledge</dc:creator>
  <cp:lastModifiedBy>Matthew Blackledge</cp:lastModifiedBy>
  <cp:revision>7</cp:revision>
  <dcterms:created xsi:type="dcterms:W3CDTF">2026-02-09T15:09:34Z</dcterms:created>
  <dcterms:modified xsi:type="dcterms:W3CDTF">2026-02-10T12:39:21Z</dcterms:modified>
</cp:coreProperties>
</file>