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34"/>
    <p:restoredTop sz="94685"/>
  </p:normalViewPr>
  <p:slideViewPr>
    <p:cSldViewPr snapToGrid="0">
      <p:cViewPr>
        <p:scale>
          <a:sx n="109" d="100"/>
          <a:sy n="109" d="100"/>
        </p:scale>
        <p:origin x="144" y="2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B6D316-F873-D868-D487-013B0AE7AC5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21AD8BC-2FDC-7C00-4C62-BDC5BD2C844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7F33A0-B641-CAF1-D074-335BD86D80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0A351C-1360-2E49-BEFD-6C75C47AB96A}" type="datetimeFigureOut">
              <a:rPr lang="en-US" smtClean="0"/>
              <a:t>2/9/26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02B517-0104-9532-3CC5-A6885C18A4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EB819-C14E-9DC6-8087-EE48F89171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0E5964-06F5-DB40-8B66-F24291501B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13070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08BFB2-C1AB-1121-71AB-866158D95B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FABEBC-E998-6564-E8C9-72940226B7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0D3F36-FA30-FBA7-A7E1-77058D3B29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0A351C-1360-2E49-BEFD-6C75C47AB96A}" type="datetimeFigureOut">
              <a:rPr lang="en-US" smtClean="0"/>
              <a:t>2/9/26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1A774C-F48C-E857-5263-D70DED9A01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38EFC2-C825-A3E0-6AB5-7B475CC71B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0E5964-06F5-DB40-8B66-F24291501B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31644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34CA3-C58F-9BB4-D8AE-2AA81885CC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F79FC3F-F037-6163-7B74-8ABEEEE1C9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C9571B-0E87-A966-F376-D788C592AB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0A351C-1360-2E49-BEFD-6C75C47AB96A}" type="datetimeFigureOut">
              <a:rPr lang="en-US" smtClean="0"/>
              <a:t>2/9/26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D06CB4-0576-1BCA-1947-695F3E45EA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06599B-D2F6-4A5B-13AF-FB91116B16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0E5964-06F5-DB40-8B66-F24291501B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0831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9980D8-10A3-0BA6-68A9-603B97CFFF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37C6C3-22EA-1741-B931-FA0BCB766D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5FBA8E-2315-6E4D-EBC0-F933BD5F070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7AE9A70-C296-40F6-5997-17AE86F757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0A351C-1360-2E49-BEFD-6C75C47AB96A}" type="datetimeFigureOut">
              <a:rPr lang="en-US" smtClean="0"/>
              <a:t>2/9/26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7F8F805-900B-C210-D832-9509884C0B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3C04A4-12D0-1BA0-871E-0ACF3F3B14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0E5964-06F5-DB40-8B66-F24291501B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83218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EFA283-21BF-1655-5126-991EE0A9C0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E9AD1A9-F10B-749F-ED5E-F6144E4733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7B95A1-E399-BDB5-317E-68ACC42605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7C364CB-D268-6FE8-55B2-B37F5536B8E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F067D16-552E-B14B-E50E-2AF56F634D2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4215CA7-5CCE-27B7-0536-E64DFF442E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0A351C-1360-2E49-BEFD-6C75C47AB96A}" type="datetimeFigureOut">
              <a:rPr lang="en-US" smtClean="0"/>
              <a:t>2/9/26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079312F-72AA-62C7-3285-4EF2976597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5845403-CFC1-5C9E-B46A-661A96834A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0E5964-06F5-DB40-8B66-F24291501B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9322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11BBE5-F532-EF1C-34E5-C28387DF0D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1536C3A-FD14-CBE5-CB8C-552208748D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0A351C-1360-2E49-BEFD-6C75C47AB96A}" type="datetimeFigureOut">
              <a:rPr lang="en-US" smtClean="0"/>
              <a:t>2/9/26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5D8312C-BD92-D324-A43C-902A527CC3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CE1A1C0-2D77-3B9A-CA3D-B9233DDA61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0E5964-06F5-DB40-8B66-F24291501B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90065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64F30FC-FE0D-9C84-D014-EC83DA061D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0A351C-1360-2E49-BEFD-6C75C47AB96A}" type="datetimeFigureOut">
              <a:rPr lang="en-US" smtClean="0"/>
              <a:t>2/9/26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D24BEF8-37C8-BE7D-208A-ACD83D253A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C69806-BF77-4EB9-B1AA-56D6E66ADD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0E5964-06F5-DB40-8B66-F24291501B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79939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161C66-4BB5-0EB0-9662-F7369235A7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2C5013-3BBC-8C80-06BA-61A007ED14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698440D-4BF1-F65E-DBA8-BF19BD66274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6AEF969-4FCD-D3F3-048A-7021318F55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0A351C-1360-2E49-BEFD-6C75C47AB96A}" type="datetimeFigureOut">
              <a:rPr lang="en-US" smtClean="0"/>
              <a:t>2/9/26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38CFF4-4A3F-CBCA-E248-371A2F3FAF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7EDCD36-7786-D933-11E4-6EBC0E95D1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0E5964-06F5-DB40-8B66-F24291501B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14208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C0D9B7-3916-50B3-8921-5764B322A0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E516EDE-3C18-EE6E-BBD3-6205C17EAFA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F3664F-2FFD-605E-035F-1B6BD970A3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393A25-190B-2158-4198-0584CB4223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0A351C-1360-2E49-BEFD-6C75C47AB96A}" type="datetimeFigureOut">
              <a:rPr lang="en-US" smtClean="0"/>
              <a:t>2/9/26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6E6D8C-6D37-5C0A-1AC0-019BFF4A9F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6F170A-DCAD-3CF8-6789-00D5A10FCA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0E5964-06F5-DB40-8B66-F24291501B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61022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05BE05-87DB-9836-7DE3-31A8394E37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C420F7A-3730-9B27-953E-65453BDA06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402C42-C2C1-59FA-1A3C-05EA41AAF1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0A351C-1360-2E49-BEFD-6C75C47AB96A}" type="datetimeFigureOut">
              <a:rPr lang="en-US" smtClean="0"/>
              <a:t>2/9/26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919468-A193-09F9-128E-FF620DF5F7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62EE82-3FFE-11F4-7992-3F7C163536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0E5964-06F5-DB40-8B66-F24291501B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22840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6DBC9BF-64E3-DF08-4415-851C41C9F3C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E3ACAA4-1D6D-01A7-86D8-07343BF64C8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3F3B1B-E6EC-FD25-4E43-2669A35607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0A351C-1360-2E49-BEFD-6C75C47AB96A}" type="datetimeFigureOut">
              <a:rPr lang="en-US" smtClean="0"/>
              <a:t>2/9/26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F3F8A5-BB67-A59C-42E1-EC9C4E1209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7208A8-2695-D6EF-98D9-635F5E155E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0E5964-06F5-DB40-8B66-F24291501B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71882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13D03DE-8A06-1098-906C-CDEC99223B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9D751D-78E4-8D44-D8ED-5B54707BB1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036100-60BE-E286-60F3-0980E838C15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20A351C-1360-2E49-BEFD-6C75C47AB96A}" type="datetimeFigureOut">
              <a:rPr lang="en-US" smtClean="0"/>
              <a:t>2/9/26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BF8D0F-EC85-90B9-C29B-D9A0A1AAA0C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6DE970-8F33-8864-A8E9-A585B34395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80E5964-06F5-DB40-8B66-F24291501B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20213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2.png"/><Relationship Id="rId7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0" name="Group 309">
            <a:extLst>
              <a:ext uri="{FF2B5EF4-FFF2-40B4-BE49-F238E27FC236}">
                <a16:creationId xmlns:a16="http://schemas.microsoft.com/office/drawing/2014/main" id="{1950ED85-015B-59E1-831A-C839B4CAE815}"/>
              </a:ext>
            </a:extLst>
          </p:cNvPr>
          <p:cNvGrpSpPr/>
          <p:nvPr/>
        </p:nvGrpSpPr>
        <p:grpSpPr>
          <a:xfrm>
            <a:off x="609600" y="445477"/>
            <a:ext cx="6518031" cy="5205046"/>
            <a:chOff x="609600" y="445477"/>
            <a:chExt cx="6518031" cy="5205046"/>
          </a:xfrm>
        </p:grpSpPr>
        <p:sp>
          <p:nvSpPr>
            <p:cNvPr id="306" name="Rectangle 305">
              <a:extLst>
                <a:ext uri="{FF2B5EF4-FFF2-40B4-BE49-F238E27FC236}">
                  <a16:creationId xmlns:a16="http://schemas.microsoft.com/office/drawing/2014/main" id="{4B9389CB-7E48-70D1-63B9-885C31C8C49F}"/>
                </a:ext>
              </a:extLst>
            </p:cNvPr>
            <p:cNvSpPr/>
            <p:nvPr/>
          </p:nvSpPr>
          <p:spPr>
            <a:xfrm>
              <a:off x="609600" y="445477"/>
              <a:ext cx="6518031" cy="5205046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05" name="Group 304">
              <a:extLst>
                <a:ext uri="{FF2B5EF4-FFF2-40B4-BE49-F238E27FC236}">
                  <a16:creationId xmlns:a16="http://schemas.microsoft.com/office/drawing/2014/main" id="{842A6700-A6DD-F5D4-BD67-F2084CE1FAA4}"/>
                </a:ext>
              </a:extLst>
            </p:cNvPr>
            <p:cNvGrpSpPr/>
            <p:nvPr/>
          </p:nvGrpSpPr>
          <p:grpSpPr>
            <a:xfrm>
              <a:off x="835197" y="539955"/>
              <a:ext cx="6085633" cy="4036397"/>
              <a:chOff x="835197" y="539955"/>
              <a:chExt cx="6085633" cy="4036397"/>
            </a:xfrm>
          </p:grpSpPr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3E853643-7174-5F44-F39E-F0B8CBF69919}"/>
                  </a:ext>
                </a:extLst>
              </p:cNvPr>
              <p:cNvSpPr/>
              <p:nvPr/>
            </p:nvSpPr>
            <p:spPr>
              <a:xfrm>
                <a:off x="1343378" y="1591733"/>
                <a:ext cx="259645" cy="25964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9D7FF0BF-CC94-0B2E-FDBD-04D12DF47AA3}"/>
                  </a:ext>
                </a:extLst>
              </p:cNvPr>
              <p:cNvSpPr/>
              <p:nvPr/>
            </p:nvSpPr>
            <p:spPr>
              <a:xfrm>
                <a:off x="1343378" y="2015066"/>
                <a:ext cx="259645" cy="25964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8B3CD012-B9CD-D048-9AAE-A919AE54B232}"/>
                  </a:ext>
                </a:extLst>
              </p:cNvPr>
              <p:cNvSpPr/>
              <p:nvPr/>
            </p:nvSpPr>
            <p:spPr>
              <a:xfrm>
                <a:off x="1343377" y="2438399"/>
                <a:ext cx="259645" cy="25964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331AC0F9-F8A2-5DCA-D735-B21E53505221}"/>
                  </a:ext>
                </a:extLst>
              </p:cNvPr>
              <p:cNvSpPr/>
              <p:nvPr/>
            </p:nvSpPr>
            <p:spPr>
              <a:xfrm>
                <a:off x="1343377" y="2861732"/>
                <a:ext cx="259645" cy="25964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A75946BD-FE62-39AF-7DC0-4D6683D7B219}"/>
                  </a:ext>
                </a:extLst>
              </p:cNvPr>
              <p:cNvSpPr/>
              <p:nvPr/>
            </p:nvSpPr>
            <p:spPr>
              <a:xfrm>
                <a:off x="2534356" y="1168400"/>
                <a:ext cx="259645" cy="259645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90D1E32F-330A-BD2C-5D3D-0557068B0981}"/>
                  </a:ext>
                </a:extLst>
              </p:cNvPr>
              <p:cNvSpPr/>
              <p:nvPr/>
            </p:nvSpPr>
            <p:spPr>
              <a:xfrm>
                <a:off x="2534356" y="1591733"/>
                <a:ext cx="259645" cy="25964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2B0B91AA-0939-66D4-E0BF-89DBFA10BC05}"/>
                  </a:ext>
                </a:extLst>
              </p:cNvPr>
              <p:cNvSpPr/>
              <p:nvPr/>
            </p:nvSpPr>
            <p:spPr>
              <a:xfrm>
                <a:off x="2534355" y="2015066"/>
                <a:ext cx="259645" cy="25964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D2619B29-D78B-D4C5-F66F-DED93C7D701A}"/>
                  </a:ext>
                </a:extLst>
              </p:cNvPr>
              <p:cNvSpPr/>
              <p:nvPr/>
            </p:nvSpPr>
            <p:spPr>
              <a:xfrm>
                <a:off x="2534355" y="2438399"/>
                <a:ext cx="259645" cy="25964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94221A07-D1CE-DC18-5B70-47BBF49B5DF8}"/>
                  </a:ext>
                </a:extLst>
              </p:cNvPr>
              <p:cNvSpPr/>
              <p:nvPr/>
            </p:nvSpPr>
            <p:spPr>
              <a:xfrm>
                <a:off x="2534355" y="2861732"/>
                <a:ext cx="259645" cy="25964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F0E21393-C6E5-5731-41DC-DA7C6382158F}"/>
                  </a:ext>
                </a:extLst>
              </p:cNvPr>
              <p:cNvSpPr/>
              <p:nvPr/>
            </p:nvSpPr>
            <p:spPr>
              <a:xfrm>
                <a:off x="2534355" y="3285065"/>
                <a:ext cx="259645" cy="25964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612DC84C-4573-777C-E832-F9755EF0DC46}"/>
                  </a:ext>
                </a:extLst>
              </p:cNvPr>
              <p:cNvSpPr/>
              <p:nvPr/>
            </p:nvSpPr>
            <p:spPr>
              <a:xfrm>
                <a:off x="3635021" y="2015066"/>
                <a:ext cx="259645" cy="25964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C87C53F8-A57D-51B5-80FC-122C7A176905}"/>
                  </a:ext>
                </a:extLst>
              </p:cNvPr>
              <p:cNvSpPr/>
              <p:nvPr/>
            </p:nvSpPr>
            <p:spPr>
              <a:xfrm>
                <a:off x="3635021" y="2438399"/>
                <a:ext cx="259645" cy="25964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BBD39808-E520-8D4C-C4F0-AE0739658788}"/>
                  </a:ext>
                </a:extLst>
              </p:cNvPr>
              <p:cNvCxnSpPr>
                <a:cxnSpLocks/>
                <a:stCxn id="4" idx="6"/>
                <a:endCxn id="10" idx="2"/>
              </p:cNvCxnSpPr>
              <p:nvPr/>
            </p:nvCxnSpPr>
            <p:spPr>
              <a:xfrm flipV="1">
                <a:off x="1603023" y="1298223"/>
                <a:ext cx="931333" cy="42333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905805A8-0AAD-4E55-C107-0166F4260E6A}"/>
                  </a:ext>
                </a:extLst>
              </p:cNvPr>
              <p:cNvCxnSpPr>
                <a:cxnSpLocks/>
                <a:stCxn id="4" idx="6"/>
                <a:endCxn id="11" idx="2"/>
              </p:cNvCxnSpPr>
              <p:nvPr/>
            </p:nvCxnSpPr>
            <p:spPr>
              <a:xfrm>
                <a:off x="1603023" y="1721556"/>
                <a:ext cx="93133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A4A16569-1A5F-E94E-A595-87DF4784FF6E}"/>
                  </a:ext>
                </a:extLst>
              </p:cNvPr>
              <p:cNvCxnSpPr>
                <a:cxnSpLocks/>
                <a:stCxn id="4" idx="6"/>
                <a:endCxn id="12" idx="2"/>
              </p:cNvCxnSpPr>
              <p:nvPr/>
            </p:nvCxnSpPr>
            <p:spPr>
              <a:xfrm>
                <a:off x="1603023" y="1721556"/>
                <a:ext cx="931332" cy="42333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6F340895-E1DF-E4D7-ADC9-EDCA156E67BD}"/>
                  </a:ext>
                </a:extLst>
              </p:cNvPr>
              <p:cNvCxnSpPr>
                <a:cxnSpLocks/>
                <a:stCxn id="4" idx="6"/>
                <a:endCxn id="13" idx="2"/>
              </p:cNvCxnSpPr>
              <p:nvPr/>
            </p:nvCxnSpPr>
            <p:spPr>
              <a:xfrm>
                <a:off x="1603023" y="1721556"/>
                <a:ext cx="931332" cy="8466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Straight Connector 45">
                <a:extLst>
                  <a:ext uri="{FF2B5EF4-FFF2-40B4-BE49-F238E27FC236}">
                    <a16:creationId xmlns:a16="http://schemas.microsoft.com/office/drawing/2014/main" id="{12619076-5AA8-023B-AA53-7AA35A17E994}"/>
                  </a:ext>
                </a:extLst>
              </p:cNvPr>
              <p:cNvCxnSpPr>
                <a:cxnSpLocks/>
                <a:stCxn id="4" idx="6"/>
                <a:endCxn id="14" idx="2"/>
              </p:cNvCxnSpPr>
              <p:nvPr/>
            </p:nvCxnSpPr>
            <p:spPr>
              <a:xfrm>
                <a:off x="1603023" y="1721556"/>
                <a:ext cx="931332" cy="126999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Straight Connector 48">
                <a:extLst>
                  <a:ext uri="{FF2B5EF4-FFF2-40B4-BE49-F238E27FC236}">
                    <a16:creationId xmlns:a16="http://schemas.microsoft.com/office/drawing/2014/main" id="{3436A2FD-1D71-9E70-7E35-DB46CFB51FC7}"/>
                  </a:ext>
                </a:extLst>
              </p:cNvPr>
              <p:cNvCxnSpPr>
                <a:cxnSpLocks/>
                <a:stCxn id="4" idx="6"/>
                <a:endCxn id="15" idx="2"/>
              </p:cNvCxnSpPr>
              <p:nvPr/>
            </p:nvCxnSpPr>
            <p:spPr>
              <a:xfrm>
                <a:off x="1603023" y="1721556"/>
                <a:ext cx="931332" cy="1693332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" name="Straight Connector 51">
                <a:extLst>
                  <a:ext uri="{FF2B5EF4-FFF2-40B4-BE49-F238E27FC236}">
                    <a16:creationId xmlns:a16="http://schemas.microsoft.com/office/drawing/2014/main" id="{E72F0F6D-702B-F82A-81AD-A8A99BAEB6B9}"/>
                  </a:ext>
                </a:extLst>
              </p:cNvPr>
              <p:cNvCxnSpPr>
                <a:cxnSpLocks/>
                <a:stCxn id="5" idx="6"/>
                <a:endCxn id="10" idx="2"/>
              </p:cNvCxnSpPr>
              <p:nvPr/>
            </p:nvCxnSpPr>
            <p:spPr>
              <a:xfrm flipV="1">
                <a:off x="1603023" y="1298223"/>
                <a:ext cx="931333" cy="8466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" name="Straight Connector 54">
                <a:extLst>
                  <a:ext uri="{FF2B5EF4-FFF2-40B4-BE49-F238E27FC236}">
                    <a16:creationId xmlns:a16="http://schemas.microsoft.com/office/drawing/2014/main" id="{2F385354-F299-B7A1-44CF-53A0B0B1C6BC}"/>
                  </a:ext>
                </a:extLst>
              </p:cNvPr>
              <p:cNvCxnSpPr>
                <a:cxnSpLocks/>
                <a:stCxn id="5" idx="6"/>
                <a:endCxn id="11" idx="2"/>
              </p:cNvCxnSpPr>
              <p:nvPr/>
            </p:nvCxnSpPr>
            <p:spPr>
              <a:xfrm flipV="1">
                <a:off x="1603023" y="1721556"/>
                <a:ext cx="931333" cy="42333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Straight Connector 57">
                <a:extLst>
                  <a:ext uri="{FF2B5EF4-FFF2-40B4-BE49-F238E27FC236}">
                    <a16:creationId xmlns:a16="http://schemas.microsoft.com/office/drawing/2014/main" id="{56CC4E9C-A747-6524-A292-2CE9A96C09B8}"/>
                  </a:ext>
                </a:extLst>
              </p:cNvPr>
              <p:cNvCxnSpPr>
                <a:cxnSpLocks/>
                <a:stCxn id="5" idx="6"/>
                <a:endCxn id="12" idx="2"/>
              </p:cNvCxnSpPr>
              <p:nvPr/>
            </p:nvCxnSpPr>
            <p:spPr>
              <a:xfrm>
                <a:off x="1603023" y="2144889"/>
                <a:ext cx="931332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" name="Straight Connector 60">
                <a:extLst>
                  <a:ext uri="{FF2B5EF4-FFF2-40B4-BE49-F238E27FC236}">
                    <a16:creationId xmlns:a16="http://schemas.microsoft.com/office/drawing/2014/main" id="{3672B9CA-B457-DAD8-CE5E-F4BA7364456D}"/>
                  </a:ext>
                </a:extLst>
              </p:cNvPr>
              <p:cNvCxnSpPr>
                <a:cxnSpLocks/>
                <a:stCxn id="5" idx="6"/>
                <a:endCxn id="13" idx="2"/>
              </p:cNvCxnSpPr>
              <p:nvPr/>
            </p:nvCxnSpPr>
            <p:spPr>
              <a:xfrm>
                <a:off x="1603023" y="2144889"/>
                <a:ext cx="931332" cy="42333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4" name="Straight Connector 63">
                <a:extLst>
                  <a:ext uri="{FF2B5EF4-FFF2-40B4-BE49-F238E27FC236}">
                    <a16:creationId xmlns:a16="http://schemas.microsoft.com/office/drawing/2014/main" id="{F9AC3C74-A84A-C272-2C80-E62241ADC0A2}"/>
                  </a:ext>
                </a:extLst>
              </p:cNvPr>
              <p:cNvCxnSpPr>
                <a:cxnSpLocks/>
                <a:stCxn id="5" idx="6"/>
                <a:endCxn id="14" idx="2"/>
              </p:cNvCxnSpPr>
              <p:nvPr/>
            </p:nvCxnSpPr>
            <p:spPr>
              <a:xfrm>
                <a:off x="1603023" y="2144889"/>
                <a:ext cx="931332" cy="8466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7" name="Straight Connector 66">
                <a:extLst>
                  <a:ext uri="{FF2B5EF4-FFF2-40B4-BE49-F238E27FC236}">
                    <a16:creationId xmlns:a16="http://schemas.microsoft.com/office/drawing/2014/main" id="{75EC5249-9C05-B00F-7949-997E3D32770B}"/>
                  </a:ext>
                </a:extLst>
              </p:cNvPr>
              <p:cNvCxnSpPr>
                <a:cxnSpLocks/>
                <a:stCxn id="5" idx="6"/>
                <a:endCxn id="15" idx="2"/>
              </p:cNvCxnSpPr>
              <p:nvPr/>
            </p:nvCxnSpPr>
            <p:spPr>
              <a:xfrm>
                <a:off x="1603023" y="2144889"/>
                <a:ext cx="931332" cy="126999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0" name="Straight Connector 69">
                <a:extLst>
                  <a:ext uri="{FF2B5EF4-FFF2-40B4-BE49-F238E27FC236}">
                    <a16:creationId xmlns:a16="http://schemas.microsoft.com/office/drawing/2014/main" id="{C5DED07D-DA3B-B369-A1D4-09A35566B02E}"/>
                  </a:ext>
                </a:extLst>
              </p:cNvPr>
              <p:cNvCxnSpPr>
                <a:cxnSpLocks/>
                <a:stCxn id="6" idx="6"/>
                <a:endCxn id="10" idx="2"/>
              </p:cNvCxnSpPr>
              <p:nvPr/>
            </p:nvCxnSpPr>
            <p:spPr>
              <a:xfrm flipV="1">
                <a:off x="1603022" y="1298223"/>
                <a:ext cx="931334" cy="126999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3" name="Straight Connector 72">
                <a:extLst>
                  <a:ext uri="{FF2B5EF4-FFF2-40B4-BE49-F238E27FC236}">
                    <a16:creationId xmlns:a16="http://schemas.microsoft.com/office/drawing/2014/main" id="{B6B0A8F4-8397-A4C5-55B5-A59B169DBBBB}"/>
                  </a:ext>
                </a:extLst>
              </p:cNvPr>
              <p:cNvCxnSpPr>
                <a:cxnSpLocks/>
                <a:stCxn id="6" idx="6"/>
                <a:endCxn id="11" idx="2"/>
              </p:cNvCxnSpPr>
              <p:nvPr/>
            </p:nvCxnSpPr>
            <p:spPr>
              <a:xfrm flipV="1">
                <a:off x="1603022" y="1721556"/>
                <a:ext cx="931334" cy="8466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6" name="Straight Connector 75">
                <a:extLst>
                  <a:ext uri="{FF2B5EF4-FFF2-40B4-BE49-F238E27FC236}">
                    <a16:creationId xmlns:a16="http://schemas.microsoft.com/office/drawing/2014/main" id="{ECA937FB-52AB-7012-CFA4-240F6A0A9598}"/>
                  </a:ext>
                </a:extLst>
              </p:cNvPr>
              <p:cNvCxnSpPr>
                <a:cxnSpLocks/>
                <a:stCxn id="6" idx="6"/>
                <a:endCxn id="12" idx="2"/>
              </p:cNvCxnSpPr>
              <p:nvPr/>
            </p:nvCxnSpPr>
            <p:spPr>
              <a:xfrm flipV="1">
                <a:off x="1603022" y="2144889"/>
                <a:ext cx="931333" cy="42333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9" name="Straight Connector 78">
                <a:extLst>
                  <a:ext uri="{FF2B5EF4-FFF2-40B4-BE49-F238E27FC236}">
                    <a16:creationId xmlns:a16="http://schemas.microsoft.com/office/drawing/2014/main" id="{19B3B3C3-C2CA-3B7B-5B69-A73213F5ED84}"/>
                  </a:ext>
                </a:extLst>
              </p:cNvPr>
              <p:cNvCxnSpPr>
                <a:cxnSpLocks/>
                <a:stCxn id="6" idx="6"/>
                <a:endCxn id="13" idx="2"/>
              </p:cNvCxnSpPr>
              <p:nvPr/>
            </p:nvCxnSpPr>
            <p:spPr>
              <a:xfrm>
                <a:off x="1603022" y="2568222"/>
                <a:ext cx="93133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2" name="Straight Connector 81">
                <a:extLst>
                  <a:ext uri="{FF2B5EF4-FFF2-40B4-BE49-F238E27FC236}">
                    <a16:creationId xmlns:a16="http://schemas.microsoft.com/office/drawing/2014/main" id="{6069B566-1EB8-B4B0-FF9F-E2B0BC2CA6E4}"/>
                  </a:ext>
                </a:extLst>
              </p:cNvPr>
              <p:cNvCxnSpPr>
                <a:cxnSpLocks/>
                <a:stCxn id="6" idx="6"/>
                <a:endCxn id="14" idx="2"/>
              </p:cNvCxnSpPr>
              <p:nvPr/>
            </p:nvCxnSpPr>
            <p:spPr>
              <a:xfrm>
                <a:off x="1603022" y="2568222"/>
                <a:ext cx="931333" cy="42333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5" name="Straight Connector 84">
                <a:extLst>
                  <a:ext uri="{FF2B5EF4-FFF2-40B4-BE49-F238E27FC236}">
                    <a16:creationId xmlns:a16="http://schemas.microsoft.com/office/drawing/2014/main" id="{EFA565D2-915A-2806-3261-F83A964F55EC}"/>
                  </a:ext>
                </a:extLst>
              </p:cNvPr>
              <p:cNvCxnSpPr>
                <a:cxnSpLocks/>
                <a:stCxn id="6" idx="6"/>
                <a:endCxn id="15" idx="2"/>
              </p:cNvCxnSpPr>
              <p:nvPr/>
            </p:nvCxnSpPr>
            <p:spPr>
              <a:xfrm>
                <a:off x="1603022" y="2568222"/>
                <a:ext cx="931333" cy="8466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8" name="Straight Connector 87">
                <a:extLst>
                  <a:ext uri="{FF2B5EF4-FFF2-40B4-BE49-F238E27FC236}">
                    <a16:creationId xmlns:a16="http://schemas.microsoft.com/office/drawing/2014/main" id="{67D95734-18A1-5726-CFBC-CF11033BEBC3}"/>
                  </a:ext>
                </a:extLst>
              </p:cNvPr>
              <p:cNvCxnSpPr>
                <a:cxnSpLocks/>
                <a:stCxn id="7" idx="6"/>
                <a:endCxn id="10" idx="2"/>
              </p:cNvCxnSpPr>
              <p:nvPr/>
            </p:nvCxnSpPr>
            <p:spPr>
              <a:xfrm flipV="1">
                <a:off x="1603022" y="1298223"/>
                <a:ext cx="931334" cy="1693332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1" name="Straight Connector 90">
                <a:extLst>
                  <a:ext uri="{FF2B5EF4-FFF2-40B4-BE49-F238E27FC236}">
                    <a16:creationId xmlns:a16="http://schemas.microsoft.com/office/drawing/2014/main" id="{8CE0C733-8391-BB97-E9FA-50646CE93E64}"/>
                  </a:ext>
                </a:extLst>
              </p:cNvPr>
              <p:cNvCxnSpPr>
                <a:cxnSpLocks/>
                <a:stCxn id="7" idx="6"/>
                <a:endCxn id="11" idx="2"/>
              </p:cNvCxnSpPr>
              <p:nvPr/>
            </p:nvCxnSpPr>
            <p:spPr>
              <a:xfrm flipV="1">
                <a:off x="1603022" y="1721556"/>
                <a:ext cx="931334" cy="126999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4" name="Straight Connector 93">
                <a:extLst>
                  <a:ext uri="{FF2B5EF4-FFF2-40B4-BE49-F238E27FC236}">
                    <a16:creationId xmlns:a16="http://schemas.microsoft.com/office/drawing/2014/main" id="{F5E808B3-B955-6B98-189A-75B00A6FCDFF}"/>
                  </a:ext>
                </a:extLst>
              </p:cNvPr>
              <p:cNvCxnSpPr>
                <a:cxnSpLocks/>
                <a:stCxn id="7" idx="6"/>
                <a:endCxn id="12" idx="2"/>
              </p:cNvCxnSpPr>
              <p:nvPr/>
            </p:nvCxnSpPr>
            <p:spPr>
              <a:xfrm flipV="1">
                <a:off x="1603022" y="2144889"/>
                <a:ext cx="931333" cy="8466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7" name="Straight Connector 96">
                <a:extLst>
                  <a:ext uri="{FF2B5EF4-FFF2-40B4-BE49-F238E27FC236}">
                    <a16:creationId xmlns:a16="http://schemas.microsoft.com/office/drawing/2014/main" id="{99467145-A076-E5A2-2ED2-89797301FA59}"/>
                  </a:ext>
                </a:extLst>
              </p:cNvPr>
              <p:cNvCxnSpPr>
                <a:cxnSpLocks/>
                <a:stCxn id="7" idx="6"/>
                <a:endCxn id="13" idx="2"/>
              </p:cNvCxnSpPr>
              <p:nvPr/>
            </p:nvCxnSpPr>
            <p:spPr>
              <a:xfrm flipV="1">
                <a:off x="1603022" y="2568222"/>
                <a:ext cx="931333" cy="42333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0" name="Straight Connector 99">
                <a:extLst>
                  <a:ext uri="{FF2B5EF4-FFF2-40B4-BE49-F238E27FC236}">
                    <a16:creationId xmlns:a16="http://schemas.microsoft.com/office/drawing/2014/main" id="{2CECDF15-33D2-736F-25F4-0CF3185C0883}"/>
                  </a:ext>
                </a:extLst>
              </p:cNvPr>
              <p:cNvCxnSpPr>
                <a:cxnSpLocks/>
                <a:stCxn id="7" idx="6"/>
                <a:endCxn id="14" idx="2"/>
              </p:cNvCxnSpPr>
              <p:nvPr/>
            </p:nvCxnSpPr>
            <p:spPr>
              <a:xfrm>
                <a:off x="1603022" y="2991555"/>
                <a:ext cx="93133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3" name="Straight Connector 102">
                <a:extLst>
                  <a:ext uri="{FF2B5EF4-FFF2-40B4-BE49-F238E27FC236}">
                    <a16:creationId xmlns:a16="http://schemas.microsoft.com/office/drawing/2014/main" id="{E492604B-E7AD-6268-4198-6B40BBED0A75}"/>
                  </a:ext>
                </a:extLst>
              </p:cNvPr>
              <p:cNvCxnSpPr>
                <a:cxnSpLocks/>
                <a:stCxn id="7" idx="6"/>
                <a:endCxn id="15" idx="2"/>
              </p:cNvCxnSpPr>
              <p:nvPr/>
            </p:nvCxnSpPr>
            <p:spPr>
              <a:xfrm>
                <a:off x="1603022" y="2991555"/>
                <a:ext cx="931333" cy="42333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6" name="Straight Connector 105">
                <a:extLst>
                  <a:ext uri="{FF2B5EF4-FFF2-40B4-BE49-F238E27FC236}">
                    <a16:creationId xmlns:a16="http://schemas.microsoft.com/office/drawing/2014/main" id="{1FC7837F-FFA8-E543-6C03-1BCFCE9576B9}"/>
                  </a:ext>
                </a:extLst>
              </p:cNvPr>
              <p:cNvCxnSpPr>
                <a:cxnSpLocks/>
                <a:stCxn id="10" idx="6"/>
                <a:endCxn id="16" idx="2"/>
              </p:cNvCxnSpPr>
              <p:nvPr/>
            </p:nvCxnSpPr>
            <p:spPr>
              <a:xfrm>
                <a:off x="2794001" y="1298223"/>
                <a:ext cx="841020" cy="8466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9" name="Straight Connector 108">
                <a:extLst>
                  <a:ext uri="{FF2B5EF4-FFF2-40B4-BE49-F238E27FC236}">
                    <a16:creationId xmlns:a16="http://schemas.microsoft.com/office/drawing/2014/main" id="{8712926A-1556-9274-2543-D65183795C54}"/>
                  </a:ext>
                </a:extLst>
              </p:cNvPr>
              <p:cNvCxnSpPr>
                <a:cxnSpLocks/>
                <a:stCxn id="11" idx="6"/>
                <a:endCxn id="16" idx="2"/>
              </p:cNvCxnSpPr>
              <p:nvPr/>
            </p:nvCxnSpPr>
            <p:spPr>
              <a:xfrm>
                <a:off x="2794001" y="1721556"/>
                <a:ext cx="841020" cy="42333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2" name="Straight Connector 111">
                <a:extLst>
                  <a:ext uri="{FF2B5EF4-FFF2-40B4-BE49-F238E27FC236}">
                    <a16:creationId xmlns:a16="http://schemas.microsoft.com/office/drawing/2014/main" id="{51284023-09E8-A0E1-1347-50DB8EC5253C}"/>
                  </a:ext>
                </a:extLst>
              </p:cNvPr>
              <p:cNvCxnSpPr>
                <a:cxnSpLocks/>
                <a:stCxn id="12" idx="6"/>
                <a:endCxn id="16" idx="2"/>
              </p:cNvCxnSpPr>
              <p:nvPr/>
            </p:nvCxnSpPr>
            <p:spPr>
              <a:xfrm>
                <a:off x="2794000" y="2144889"/>
                <a:ext cx="841021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5" name="Straight Connector 114">
                <a:extLst>
                  <a:ext uri="{FF2B5EF4-FFF2-40B4-BE49-F238E27FC236}">
                    <a16:creationId xmlns:a16="http://schemas.microsoft.com/office/drawing/2014/main" id="{EB428D07-790F-912E-7EEE-3DD2DEA8DB7B}"/>
                  </a:ext>
                </a:extLst>
              </p:cNvPr>
              <p:cNvCxnSpPr>
                <a:cxnSpLocks/>
                <a:stCxn id="13" idx="6"/>
                <a:endCxn id="16" idx="2"/>
              </p:cNvCxnSpPr>
              <p:nvPr/>
            </p:nvCxnSpPr>
            <p:spPr>
              <a:xfrm flipV="1">
                <a:off x="2794000" y="2144889"/>
                <a:ext cx="841021" cy="42333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8" name="Straight Connector 117">
                <a:extLst>
                  <a:ext uri="{FF2B5EF4-FFF2-40B4-BE49-F238E27FC236}">
                    <a16:creationId xmlns:a16="http://schemas.microsoft.com/office/drawing/2014/main" id="{40815DE4-A6E3-042E-37E7-A70E8ACE5B0C}"/>
                  </a:ext>
                </a:extLst>
              </p:cNvPr>
              <p:cNvCxnSpPr>
                <a:cxnSpLocks/>
                <a:stCxn id="14" idx="6"/>
                <a:endCxn id="16" idx="2"/>
              </p:cNvCxnSpPr>
              <p:nvPr/>
            </p:nvCxnSpPr>
            <p:spPr>
              <a:xfrm flipV="1">
                <a:off x="2794000" y="2144889"/>
                <a:ext cx="841021" cy="8466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1" name="Straight Connector 120">
                <a:extLst>
                  <a:ext uri="{FF2B5EF4-FFF2-40B4-BE49-F238E27FC236}">
                    <a16:creationId xmlns:a16="http://schemas.microsoft.com/office/drawing/2014/main" id="{7D6BFAB7-91B9-6A53-4678-65F170325615}"/>
                  </a:ext>
                </a:extLst>
              </p:cNvPr>
              <p:cNvCxnSpPr>
                <a:cxnSpLocks/>
                <a:stCxn id="15" idx="6"/>
                <a:endCxn id="16" idx="2"/>
              </p:cNvCxnSpPr>
              <p:nvPr/>
            </p:nvCxnSpPr>
            <p:spPr>
              <a:xfrm flipV="1">
                <a:off x="2794000" y="2144889"/>
                <a:ext cx="841021" cy="126999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4" name="Straight Connector 123">
                <a:extLst>
                  <a:ext uri="{FF2B5EF4-FFF2-40B4-BE49-F238E27FC236}">
                    <a16:creationId xmlns:a16="http://schemas.microsoft.com/office/drawing/2014/main" id="{933730B7-F0E3-E60F-F628-7E2D86BD8E3E}"/>
                  </a:ext>
                </a:extLst>
              </p:cNvPr>
              <p:cNvCxnSpPr>
                <a:cxnSpLocks/>
                <a:stCxn id="10" idx="6"/>
                <a:endCxn id="17" idx="2"/>
              </p:cNvCxnSpPr>
              <p:nvPr/>
            </p:nvCxnSpPr>
            <p:spPr>
              <a:xfrm>
                <a:off x="2794001" y="1298223"/>
                <a:ext cx="841020" cy="126999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7" name="Straight Connector 126">
                <a:extLst>
                  <a:ext uri="{FF2B5EF4-FFF2-40B4-BE49-F238E27FC236}">
                    <a16:creationId xmlns:a16="http://schemas.microsoft.com/office/drawing/2014/main" id="{4CA70D52-FFA3-8C98-0D2E-2F34956D713C}"/>
                  </a:ext>
                </a:extLst>
              </p:cNvPr>
              <p:cNvCxnSpPr>
                <a:cxnSpLocks/>
                <a:stCxn id="11" idx="6"/>
                <a:endCxn id="17" idx="2"/>
              </p:cNvCxnSpPr>
              <p:nvPr/>
            </p:nvCxnSpPr>
            <p:spPr>
              <a:xfrm>
                <a:off x="2794001" y="1721556"/>
                <a:ext cx="841020" cy="8466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0" name="Straight Connector 129">
                <a:extLst>
                  <a:ext uri="{FF2B5EF4-FFF2-40B4-BE49-F238E27FC236}">
                    <a16:creationId xmlns:a16="http://schemas.microsoft.com/office/drawing/2014/main" id="{5920D54C-EF11-C7E9-9CEC-9DA0177DE0BF}"/>
                  </a:ext>
                </a:extLst>
              </p:cNvPr>
              <p:cNvCxnSpPr>
                <a:cxnSpLocks/>
                <a:stCxn id="12" idx="6"/>
                <a:endCxn id="17" idx="2"/>
              </p:cNvCxnSpPr>
              <p:nvPr/>
            </p:nvCxnSpPr>
            <p:spPr>
              <a:xfrm>
                <a:off x="2794000" y="2144889"/>
                <a:ext cx="841021" cy="42333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3" name="Straight Connector 132">
                <a:extLst>
                  <a:ext uri="{FF2B5EF4-FFF2-40B4-BE49-F238E27FC236}">
                    <a16:creationId xmlns:a16="http://schemas.microsoft.com/office/drawing/2014/main" id="{5A5A86E4-131C-9B3E-1C8D-1BF98C95F9BE}"/>
                  </a:ext>
                </a:extLst>
              </p:cNvPr>
              <p:cNvCxnSpPr>
                <a:cxnSpLocks/>
                <a:stCxn id="13" idx="6"/>
                <a:endCxn id="17" idx="2"/>
              </p:cNvCxnSpPr>
              <p:nvPr/>
            </p:nvCxnSpPr>
            <p:spPr>
              <a:xfrm>
                <a:off x="2794000" y="2568222"/>
                <a:ext cx="841021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6" name="Straight Connector 135">
                <a:extLst>
                  <a:ext uri="{FF2B5EF4-FFF2-40B4-BE49-F238E27FC236}">
                    <a16:creationId xmlns:a16="http://schemas.microsoft.com/office/drawing/2014/main" id="{3CE901A0-7490-C677-95B7-079B0569B9D3}"/>
                  </a:ext>
                </a:extLst>
              </p:cNvPr>
              <p:cNvCxnSpPr>
                <a:cxnSpLocks/>
                <a:stCxn id="14" idx="6"/>
                <a:endCxn id="17" idx="2"/>
              </p:cNvCxnSpPr>
              <p:nvPr/>
            </p:nvCxnSpPr>
            <p:spPr>
              <a:xfrm flipV="1">
                <a:off x="2794000" y="2568222"/>
                <a:ext cx="841021" cy="42333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9" name="Straight Connector 138">
                <a:extLst>
                  <a:ext uri="{FF2B5EF4-FFF2-40B4-BE49-F238E27FC236}">
                    <a16:creationId xmlns:a16="http://schemas.microsoft.com/office/drawing/2014/main" id="{07995274-169D-BE1F-6DF7-95DC0E1EBF47}"/>
                  </a:ext>
                </a:extLst>
              </p:cNvPr>
              <p:cNvCxnSpPr>
                <a:cxnSpLocks/>
                <a:stCxn id="15" idx="6"/>
                <a:endCxn id="17" idx="2"/>
              </p:cNvCxnSpPr>
              <p:nvPr/>
            </p:nvCxnSpPr>
            <p:spPr>
              <a:xfrm flipV="1">
                <a:off x="2794000" y="2568222"/>
                <a:ext cx="841021" cy="8466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9" name="Oval 228">
                <a:extLst>
                  <a:ext uri="{FF2B5EF4-FFF2-40B4-BE49-F238E27FC236}">
                    <a16:creationId xmlns:a16="http://schemas.microsoft.com/office/drawing/2014/main" id="{D5A23698-2624-A2B2-0FCC-6383A0D4F1BA}"/>
                  </a:ext>
                </a:extLst>
              </p:cNvPr>
              <p:cNvSpPr/>
              <p:nvPr/>
            </p:nvSpPr>
            <p:spPr>
              <a:xfrm flipH="1">
                <a:off x="5926664" y="1591733"/>
                <a:ext cx="259645" cy="25964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0" name="Oval 229">
                <a:extLst>
                  <a:ext uri="{FF2B5EF4-FFF2-40B4-BE49-F238E27FC236}">
                    <a16:creationId xmlns:a16="http://schemas.microsoft.com/office/drawing/2014/main" id="{01A2ECBB-595B-0C96-EE40-C3F3B7F26E90}"/>
                  </a:ext>
                </a:extLst>
              </p:cNvPr>
              <p:cNvSpPr/>
              <p:nvPr/>
            </p:nvSpPr>
            <p:spPr>
              <a:xfrm flipH="1">
                <a:off x="5926664" y="2015066"/>
                <a:ext cx="259645" cy="25964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1" name="Oval 230">
                <a:extLst>
                  <a:ext uri="{FF2B5EF4-FFF2-40B4-BE49-F238E27FC236}">
                    <a16:creationId xmlns:a16="http://schemas.microsoft.com/office/drawing/2014/main" id="{390F343C-16C5-5FE6-2C99-DA24805D9E62}"/>
                  </a:ext>
                </a:extLst>
              </p:cNvPr>
              <p:cNvSpPr/>
              <p:nvPr/>
            </p:nvSpPr>
            <p:spPr>
              <a:xfrm flipH="1">
                <a:off x="5926665" y="2438399"/>
                <a:ext cx="259645" cy="25964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2" name="Oval 231">
                <a:extLst>
                  <a:ext uri="{FF2B5EF4-FFF2-40B4-BE49-F238E27FC236}">
                    <a16:creationId xmlns:a16="http://schemas.microsoft.com/office/drawing/2014/main" id="{992396A1-B7EC-93E4-47C8-A099C81CFAC2}"/>
                  </a:ext>
                </a:extLst>
              </p:cNvPr>
              <p:cNvSpPr/>
              <p:nvPr/>
            </p:nvSpPr>
            <p:spPr>
              <a:xfrm flipH="1">
                <a:off x="5926665" y="2861732"/>
                <a:ext cx="259645" cy="25964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3" name="Oval 232">
                <a:extLst>
                  <a:ext uri="{FF2B5EF4-FFF2-40B4-BE49-F238E27FC236}">
                    <a16:creationId xmlns:a16="http://schemas.microsoft.com/office/drawing/2014/main" id="{537AF02A-7C87-71FB-67B2-3637A2548AB0}"/>
                  </a:ext>
                </a:extLst>
              </p:cNvPr>
              <p:cNvSpPr/>
              <p:nvPr/>
            </p:nvSpPr>
            <p:spPr>
              <a:xfrm flipH="1">
                <a:off x="4735686" y="1168400"/>
                <a:ext cx="259645" cy="259645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4" name="Oval 233">
                <a:extLst>
                  <a:ext uri="{FF2B5EF4-FFF2-40B4-BE49-F238E27FC236}">
                    <a16:creationId xmlns:a16="http://schemas.microsoft.com/office/drawing/2014/main" id="{9D9D47AE-AC7B-EC81-0F37-18AB489C5EBA}"/>
                  </a:ext>
                </a:extLst>
              </p:cNvPr>
              <p:cNvSpPr/>
              <p:nvPr/>
            </p:nvSpPr>
            <p:spPr>
              <a:xfrm flipH="1">
                <a:off x="4735686" y="1591733"/>
                <a:ext cx="259645" cy="25964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5" name="Oval 234">
                <a:extLst>
                  <a:ext uri="{FF2B5EF4-FFF2-40B4-BE49-F238E27FC236}">
                    <a16:creationId xmlns:a16="http://schemas.microsoft.com/office/drawing/2014/main" id="{8066D085-8101-161D-432C-66BB13E327DD}"/>
                  </a:ext>
                </a:extLst>
              </p:cNvPr>
              <p:cNvSpPr/>
              <p:nvPr/>
            </p:nvSpPr>
            <p:spPr>
              <a:xfrm flipH="1">
                <a:off x="4735687" y="2015066"/>
                <a:ext cx="259645" cy="25964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6" name="Oval 235">
                <a:extLst>
                  <a:ext uri="{FF2B5EF4-FFF2-40B4-BE49-F238E27FC236}">
                    <a16:creationId xmlns:a16="http://schemas.microsoft.com/office/drawing/2014/main" id="{43AC4E96-0299-0075-1B68-88D480359267}"/>
                  </a:ext>
                </a:extLst>
              </p:cNvPr>
              <p:cNvSpPr/>
              <p:nvPr/>
            </p:nvSpPr>
            <p:spPr>
              <a:xfrm flipH="1">
                <a:off x="4735687" y="2438399"/>
                <a:ext cx="259645" cy="25964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7" name="Oval 236">
                <a:extLst>
                  <a:ext uri="{FF2B5EF4-FFF2-40B4-BE49-F238E27FC236}">
                    <a16:creationId xmlns:a16="http://schemas.microsoft.com/office/drawing/2014/main" id="{F72D95E4-73EA-2DD7-DBF3-D7E9C77FB17C}"/>
                  </a:ext>
                </a:extLst>
              </p:cNvPr>
              <p:cNvSpPr/>
              <p:nvPr/>
            </p:nvSpPr>
            <p:spPr>
              <a:xfrm flipH="1">
                <a:off x="4735687" y="2861732"/>
                <a:ext cx="259645" cy="25964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8" name="Oval 237">
                <a:extLst>
                  <a:ext uri="{FF2B5EF4-FFF2-40B4-BE49-F238E27FC236}">
                    <a16:creationId xmlns:a16="http://schemas.microsoft.com/office/drawing/2014/main" id="{C0968C47-8481-4713-782B-9C4AFF811AEB}"/>
                  </a:ext>
                </a:extLst>
              </p:cNvPr>
              <p:cNvSpPr/>
              <p:nvPr/>
            </p:nvSpPr>
            <p:spPr>
              <a:xfrm flipH="1">
                <a:off x="4735687" y="3285065"/>
                <a:ext cx="259645" cy="25964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41" name="Straight Connector 240">
                <a:extLst>
                  <a:ext uri="{FF2B5EF4-FFF2-40B4-BE49-F238E27FC236}">
                    <a16:creationId xmlns:a16="http://schemas.microsoft.com/office/drawing/2014/main" id="{D1FB780D-7F3F-4795-215A-AF012375CB54}"/>
                  </a:ext>
                </a:extLst>
              </p:cNvPr>
              <p:cNvCxnSpPr>
                <a:cxnSpLocks/>
                <a:stCxn id="229" idx="6"/>
                <a:endCxn id="233" idx="2"/>
              </p:cNvCxnSpPr>
              <p:nvPr/>
            </p:nvCxnSpPr>
            <p:spPr>
              <a:xfrm flipH="1" flipV="1">
                <a:off x="4995331" y="1298223"/>
                <a:ext cx="931333" cy="42333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2" name="Straight Connector 241">
                <a:extLst>
                  <a:ext uri="{FF2B5EF4-FFF2-40B4-BE49-F238E27FC236}">
                    <a16:creationId xmlns:a16="http://schemas.microsoft.com/office/drawing/2014/main" id="{9EA2A3F9-9B95-BD61-20B8-FE64C836DBDD}"/>
                  </a:ext>
                </a:extLst>
              </p:cNvPr>
              <p:cNvCxnSpPr>
                <a:cxnSpLocks/>
                <a:stCxn id="229" idx="6"/>
                <a:endCxn id="234" idx="2"/>
              </p:cNvCxnSpPr>
              <p:nvPr/>
            </p:nvCxnSpPr>
            <p:spPr>
              <a:xfrm flipH="1">
                <a:off x="4995331" y="1721556"/>
                <a:ext cx="93133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3" name="Straight Connector 242">
                <a:extLst>
                  <a:ext uri="{FF2B5EF4-FFF2-40B4-BE49-F238E27FC236}">
                    <a16:creationId xmlns:a16="http://schemas.microsoft.com/office/drawing/2014/main" id="{B309654D-02DB-62DB-21FB-C39C7C62D61A}"/>
                  </a:ext>
                </a:extLst>
              </p:cNvPr>
              <p:cNvCxnSpPr>
                <a:cxnSpLocks/>
                <a:stCxn id="229" idx="6"/>
                <a:endCxn id="235" idx="2"/>
              </p:cNvCxnSpPr>
              <p:nvPr/>
            </p:nvCxnSpPr>
            <p:spPr>
              <a:xfrm flipH="1">
                <a:off x="4995332" y="1721556"/>
                <a:ext cx="931332" cy="42333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4" name="Straight Connector 243">
                <a:extLst>
                  <a:ext uri="{FF2B5EF4-FFF2-40B4-BE49-F238E27FC236}">
                    <a16:creationId xmlns:a16="http://schemas.microsoft.com/office/drawing/2014/main" id="{7E56004F-1164-8BEE-32EF-93AB70298575}"/>
                  </a:ext>
                </a:extLst>
              </p:cNvPr>
              <p:cNvCxnSpPr>
                <a:cxnSpLocks/>
                <a:stCxn id="229" idx="6"/>
                <a:endCxn id="236" idx="2"/>
              </p:cNvCxnSpPr>
              <p:nvPr/>
            </p:nvCxnSpPr>
            <p:spPr>
              <a:xfrm flipH="1">
                <a:off x="4995332" y="1721556"/>
                <a:ext cx="931332" cy="8466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5" name="Straight Connector 244">
                <a:extLst>
                  <a:ext uri="{FF2B5EF4-FFF2-40B4-BE49-F238E27FC236}">
                    <a16:creationId xmlns:a16="http://schemas.microsoft.com/office/drawing/2014/main" id="{523F5DC9-7FDF-7B12-6C37-BD56E70BEBAD}"/>
                  </a:ext>
                </a:extLst>
              </p:cNvPr>
              <p:cNvCxnSpPr>
                <a:cxnSpLocks/>
                <a:stCxn id="229" idx="6"/>
                <a:endCxn id="237" idx="2"/>
              </p:cNvCxnSpPr>
              <p:nvPr/>
            </p:nvCxnSpPr>
            <p:spPr>
              <a:xfrm flipH="1">
                <a:off x="4995332" y="1721556"/>
                <a:ext cx="931332" cy="126999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6" name="Straight Connector 245">
                <a:extLst>
                  <a:ext uri="{FF2B5EF4-FFF2-40B4-BE49-F238E27FC236}">
                    <a16:creationId xmlns:a16="http://schemas.microsoft.com/office/drawing/2014/main" id="{6EE84713-82BF-5233-004B-EAF8106085EF}"/>
                  </a:ext>
                </a:extLst>
              </p:cNvPr>
              <p:cNvCxnSpPr>
                <a:cxnSpLocks/>
                <a:stCxn id="229" idx="6"/>
                <a:endCxn id="238" idx="2"/>
              </p:cNvCxnSpPr>
              <p:nvPr/>
            </p:nvCxnSpPr>
            <p:spPr>
              <a:xfrm flipH="1">
                <a:off x="4995332" y="1721556"/>
                <a:ext cx="931332" cy="1693332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7" name="Straight Connector 246">
                <a:extLst>
                  <a:ext uri="{FF2B5EF4-FFF2-40B4-BE49-F238E27FC236}">
                    <a16:creationId xmlns:a16="http://schemas.microsoft.com/office/drawing/2014/main" id="{94B23CE2-57BD-7867-E9A3-0B3E1D9B9782}"/>
                  </a:ext>
                </a:extLst>
              </p:cNvPr>
              <p:cNvCxnSpPr>
                <a:cxnSpLocks/>
                <a:stCxn id="230" idx="6"/>
                <a:endCxn id="233" idx="2"/>
              </p:cNvCxnSpPr>
              <p:nvPr/>
            </p:nvCxnSpPr>
            <p:spPr>
              <a:xfrm flipH="1" flipV="1">
                <a:off x="4995331" y="1298223"/>
                <a:ext cx="931333" cy="8466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8" name="Straight Connector 247">
                <a:extLst>
                  <a:ext uri="{FF2B5EF4-FFF2-40B4-BE49-F238E27FC236}">
                    <a16:creationId xmlns:a16="http://schemas.microsoft.com/office/drawing/2014/main" id="{E04E295B-4681-65F6-8A5C-047EB8BF0E40}"/>
                  </a:ext>
                </a:extLst>
              </p:cNvPr>
              <p:cNvCxnSpPr>
                <a:cxnSpLocks/>
                <a:stCxn id="230" idx="6"/>
                <a:endCxn id="234" idx="2"/>
              </p:cNvCxnSpPr>
              <p:nvPr/>
            </p:nvCxnSpPr>
            <p:spPr>
              <a:xfrm flipH="1" flipV="1">
                <a:off x="4995331" y="1721556"/>
                <a:ext cx="931333" cy="42333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9" name="Straight Connector 248">
                <a:extLst>
                  <a:ext uri="{FF2B5EF4-FFF2-40B4-BE49-F238E27FC236}">
                    <a16:creationId xmlns:a16="http://schemas.microsoft.com/office/drawing/2014/main" id="{E95E7ED6-4E5F-6C9D-2830-08B911FE855B}"/>
                  </a:ext>
                </a:extLst>
              </p:cNvPr>
              <p:cNvCxnSpPr>
                <a:cxnSpLocks/>
                <a:stCxn id="230" idx="6"/>
                <a:endCxn id="235" idx="2"/>
              </p:cNvCxnSpPr>
              <p:nvPr/>
            </p:nvCxnSpPr>
            <p:spPr>
              <a:xfrm flipH="1">
                <a:off x="4995332" y="2144889"/>
                <a:ext cx="931332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0" name="Straight Connector 249">
                <a:extLst>
                  <a:ext uri="{FF2B5EF4-FFF2-40B4-BE49-F238E27FC236}">
                    <a16:creationId xmlns:a16="http://schemas.microsoft.com/office/drawing/2014/main" id="{E6C80CB1-788E-C080-0712-2C9ED38EC327}"/>
                  </a:ext>
                </a:extLst>
              </p:cNvPr>
              <p:cNvCxnSpPr>
                <a:cxnSpLocks/>
                <a:stCxn id="230" idx="6"/>
                <a:endCxn id="236" idx="2"/>
              </p:cNvCxnSpPr>
              <p:nvPr/>
            </p:nvCxnSpPr>
            <p:spPr>
              <a:xfrm flipH="1">
                <a:off x="4995332" y="2144889"/>
                <a:ext cx="931332" cy="42333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1" name="Straight Connector 250">
                <a:extLst>
                  <a:ext uri="{FF2B5EF4-FFF2-40B4-BE49-F238E27FC236}">
                    <a16:creationId xmlns:a16="http://schemas.microsoft.com/office/drawing/2014/main" id="{0B8A49FB-B9B5-79EF-8732-BF71C9071C60}"/>
                  </a:ext>
                </a:extLst>
              </p:cNvPr>
              <p:cNvCxnSpPr>
                <a:cxnSpLocks/>
                <a:stCxn id="230" idx="6"/>
                <a:endCxn id="237" idx="2"/>
              </p:cNvCxnSpPr>
              <p:nvPr/>
            </p:nvCxnSpPr>
            <p:spPr>
              <a:xfrm flipH="1">
                <a:off x="4995332" y="2144889"/>
                <a:ext cx="931332" cy="8466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2" name="Straight Connector 251">
                <a:extLst>
                  <a:ext uri="{FF2B5EF4-FFF2-40B4-BE49-F238E27FC236}">
                    <a16:creationId xmlns:a16="http://schemas.microsoft.com/office/drawing/2014/main" id="{6A4DEA9A-9047-D70D-652F-7AECFDC09425}"/>
                  </a:ext>
                </a:extLst>
              </p:cNvPr>
              <p:cNvCxnSpPr>
                <a:cxnSpLocks/>
                <a:stCxn id="230" idx="6"/>
                <a:endCxn id="238" idx="2"/>
              </p:cNvCxnSpPr>
              <p:nvPr/>
            </p:nvCxnSpPr>
            <p:spPr>
              <a:xfrm flipH="1">
                <a:off x="4995332" y="2144889"/>
                <a:ext cx="931332" cy="126999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3" name="Straight Connector 252">
                <a:extLst>
                  <a:ext uri="{FF2B5EF4-FFF2-40B4-BE49-F238E27FC236}">
                    <a16:creationId xmlns:a16="http://schemas.microsoft.com/office/drawing/2014/main" id="{F5CB45E5-D9A8-06C0-5786-7FE7FCE89193}"/>
                  </a:ext>
                </a:extLst>
              </p:cNvPr>
              <p:cNvCxnSpPr>
                <a:cxnSpLocks/>
                <a:stCxn id="231" idx="6"/>
                <a:endCxn id="233" idx="2"/>
              </p:cNvCxnSpPr>
              <p:nvPr/>
            </p:nvCxnSpPr>
            <p:spPr>
              <a:xfrm flipH="1" flipV="1">
                <a:off x="4995331" y="1298223"/>
                <a:ext cx="931334" cy="126999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4" name="Straight Connector 253">
                <a:extLst>
                  <a:ext uri="{FF2B5EF4-FFF2-40B4-BE49-F238E27FC236}">
                    <a16:creationId xmlns:a16="http://schemas.microsoft.com/office/drawing/2014/main" id="{E90E2BC8-60CF-CB49-9E12-7EFFB6189D02}"/>
                  </a:ext>
                </a:extLst>
              </p:cNvPr>
              <p:cNvCxnSpPr>
                <a:cxnSpLocks/>
                <a:stCxn id="231" idx="6"/>
                <a:endCxn id="234" idx="2"/>
              </p:cNvCxnSpPr>
              <p:nvPr/>
            </p:nvCxnSpPr>
            <p:spPr>
              <a:xfrm flipH="1" flipV="1">
                <a:off x="4995331" y="1721556"/>
                <a:ext cx="931334" cy="8466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5" name="Straight Connector 254">
                <a:extLst>
                  <a:ext uri="{FF2B5EF4-FFF2-40B4-BE49-F238E27FC236}">
                    <a16:creationId xmlns:a16="http://schemas.microsoft.com/office/drawing/2014/main" id="{30FB678F-0FC2-6902-4CD7-F1D2D6F5B286}"/>
                  </a:ext>
                </a:extLst>
              </p:cNvPr>
              <p:cNvCxnSpPr>
                <a:cxnSpLocks/>
                <a:stCxn id="231" idx="6"/>
                <a:endCxn id="235" idx="2"/>
              </p:cNvCxnSpPr>
              <p:nvPr/>
            </p:nvCxnSpPr>
            <p:spPr>
              <a:xfrm flipH="1" flipV="1">
                <a:off x="4995332" y="2144889"/>
                <a:ext cx="931333" cy="42333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6" name="Straight Connector 255">
                <a:extLst>
                  <a:ext uri="{FF2B5EF4-FFF2-40B4-BE49-F238E27FC236}">
                    <a16:creationId xmlns:a16="http://schemas.microsoft.com/office/drawing/2014/main" id="{1A4E8FBD-A83C-A50E-3964-35269433C6B1}"/>
                  </a:ext>
                </a:extLst>
              </p:cNvPr>
              <p:cNvCxnSpPr>
                <a:cxnSpLocks/>
                <a:stCxn id="231" idx="6"/>
                <a:endCxn id="236" idx="2"/>
              </p:cNvCxnSpPr>
              <p:nvPr/>
            </p:nvCxnSpPr>
            <p:spPr>
              <a:xfrm flipH="1">
                <a:off x="4995332" y="2568222"/>
                <a:ext cx="93133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7" name="Straight Connector 256">
                <a:extLst>
                  <a:ext uri="{FF2B5EF4-FFF2-40B4-BE49-F238E27FC236}">
                    <a16:creationId xmlns:a16="http://schemas.microsoft.com/office/drawing/2014/main" id="{BED9D909-2B09-868B-1BF6-8FE058DB3427}"/>
                  </a:ext>
                </a:extLst>
              </p:cNvPr>
              <p:cNvCxnSpPr>
                <a:cxnSpLocks/>
                <a:stCxn id="231" idx="6"/>
                <a:endCxn id="237" idx="2"/>
              </p:cNvCxnSpPr>
              <p:nvPr/>
            </p:nvCxnSpPr>
            <p:spPr>
              <a:xfrm flipH="1">
                <a:off x="4995332" y="2568222"/>
                <a:ext cx="931333" cy="42333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8" name="Straight Connector 257">
                <a:extLst>
                  <a:ext uri="{FF2B5EF4-FFF2-40B4-BE49-F238E27FC236}">
                    <a16:creationId xmlns:a16="http://schemas.microsoft.com/office/drawing/2014/main" id="{BDFCCE1E-FA49-ED85-75E8-C57FD2E2F703}"/>
                  </a:ext>
                </a:extLst>
              </p:cNvPr>
              <p:cNvCxnSpPr>
                <a:cxnSpLocks/>
                <a:stCxn id="231" idx="6"/>
                <a:endCxn id="238" idx="2"/>
              </p:cNvCxnSpPr>
              <p:nvPr/>
            </p:nvCxnSpPr>
            <p:spPr>
              <a:xfrm flipH="1">
                <a:off x="4995332" y="2568222"/>
                <a:ext cx="931333" cy="8466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9" name="Straight Connector 258">
                <a:extLst>
                  <a:ext uri="{FF2B5EF4-FFF2-40B4-BE49-F238E27FC236}">
                    <a16:creationId xmlns:a16="http://schemas.microsoft.com/office/drawing/2014/main" id="{88F2EE28-614A-EE36-D118-8200D6822FC0}"/>
                  </a:ext>
                </a:extLst>
              </p:cNvPr>
              <p:cNvCxnSpPr>
                <a:cxnSpLocks/>
                <a:stCxn id="232" idx="6"/>
                <a:endCxn id="233" idx="2"/>
              </p:cNvCxnSpPr>
              <p:nvPr/>
            </p:nvCxnSpPr>
            <p:spPr>
              <a:xfrm flipH="1" flipV="1">
                <a:off x="4995331" y="1298223"/>
                <a:ext cx="931334" cy="1693332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0" name="Straight Connector 259">
                <a:extLst>
                  <a:ext uri="{FF2B5EF4-FFF2-40B4-BE49-F238E27FC236}">
                    <a16:creationId xmlns:a16="http://schemas.microsoft.com/office/drawing/2014/main" id="{1DDC3A30-A787-7969-8E1D-76A790A01297}"/>
                  </a:ext>
                </a:extLst>
              </p:cNvPr>
              <p:cNvCxnSpPr>
                <a:cxnSpLocks/>
                <a:stCxn id="232" idx="6"/>
                <a:endCxn id="234" idx="2"/>
              </p:cNvCxnSpPr>
              <p:nvPr/>
            </p:nvCxnSpPr>
            <p:spPr>
              <a:xfrm flipH="1" flipV="1">
                <a:off x="4995331" y="1721556"/>
                <a:ext cx="931334" cy="126999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1" name="Straight Connector 260">
                <a:extLst>
                  <a:ext uri="{FF2B5EF4-FFF2-40B4-BE49-F238E27FC236}">
                    <a16:creationId xmlns:a16="http://schemas.microsoft.com/office/drawing/2014/main" id="{A4EC5EA2-FC3C-99D1-7651-24BC9FCCB2A9}"/>
                  </a:ext>
                </a:extLst>
              </p:cNvPr>
              <p:cNvCxnSpPr>
                <a:cxnSpLocks/>
                <a:stCxn id="232" idx="6"/>
                <a:endCxn id="235" idx="2"/>
              </p:cNvCxnSpPr>
              <p:nvPr/>
            </p:nvCxnSpPr>
            <p:spPr>
              <a:xfrm flipH="1" flipV="1">
                <a:off x="4995332" y="2144889"/>
                <a:ext cx="931333" cy="8466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2" name="Straight Connector 261">
                <a:extLst>
                  <a:ext uri="{FF2B5EF4-FFF2-40B4-BE49-F238E27FC236}">
                    <a16:creationId xmlns:a16="http://schemas.microsoft.com/office/drawing/2014/main" id="{82850E95-A46D-EDC5-48F8-159D8AE67D6E}"/>
                  </a:ext>
                </a:extLst>
              </p:cNvPr>
              <p:cNvCxnSpPr>
                <a:cxnSpLocks/>
                <a:stCxn id="232" idx="6"/>
                <a:endCxn id="236" idx="2"/>
              </p:cNvCxnSpPr>
              <p:nvPr/>
            </p:nvCxnSpPr>
            <p:spPr>
              <a:xfrm flipH="1" flipV="1">
                <a:off x="4995332" y="2568222"/>
                <a:ext cx="931333" cy="42333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3" name="Straight Connector 262">
                <a:extLst>
                  <a:ext uri="{FF2B5EF4-FFF2-40B4-BE49-F238E27FC236}">
                    <a16:creationId xmlns:a16="http://schemas.microsoft.com/office/drawing/2014/main" id="{00936EDE-4313-7D20-F2DC-6512358A0304}"/>
                  </a:ext>
                </a:extLst>
              </p:cNvPr>
              <p:cNvCxnSpPr>
                <a:cxnSpLocks/>
                <a:stCxn id="232" idx="6"/>
                <a:endCxn id="237" idx="2"/>
              </p:cNvCxnSpPr>
              <p:nvPr/>
            </p:nvCxnSpPr>
            <p:spPr>
              <a:xfrm flipH="1">
                <a:off x="4995332" y="2991555"/>
                <a:ext cx="93133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4" name="Straight Connector 263">
                <a:extLst>
                  <a:ext uri="{FF2B5EF4-FFF2-40B4-BE49-F238E27FC236}">
                    <a16:creationId xmlns:a16="http://schemas.microsoft.com/office/drawing/2014/main" id="{A42DEFBD-7A6D-5554-8682-AAF1586CD087}"/>
                  </a:ext>
                </a:extLst>
              </p:cNvPr>
              <p:cNvCxnSpPr>
                <a:cxnSpLocks/>
                <a:stCxn id="232" idx="6"/>
                <a:endCxn id="238" idx="2"/>
              </p:cNvCxnSpPr>
              <p:nvPr/>
            </p:nvCxnSpPr>
            <p:spPr>
              <a:xfrm flipH="1">
                <a:off x="4995332" y="2991555"/>
                <a:ext cx="931333" cy="42333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5" name="Straight Connector 264">
                <a:extLst>
                  <a:ext uri="{FF2B5EF4-FFF2-40B4-BE49-F238E27FC236}">
                    <a16:creationId xmlns:a16="http://schemas.microsoft.com/office/drawing/2014/main" id="{78230C6C-2419-4C96-9837-49EF333E47B9}"/>
                  </a:ext>
                </a:extLst>
              </p:cNvPr>
              <p:cNvCxnSpPr>
                <a:cxnSpLocks/>
                <a:stCxn id="233" idx="6"/>
                <a:endCxn id="16" idx="6"/>
              </p:cNvCxnSpPr>
              <p:nvPr/>
            </p:nvCxnSpPr>
            <p:spPr>
              <a:xfrm flipH="1">
                <a:off x="3894666" y="1298223"/>
                <a:ext cx="841020" cy="8466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6" name="Straight Connector 265">
                <a:extLst>
                  <a:ext uri="{FF2B5EF4-FFF2-40B4-BE49-F238E27FC236}">
                    <a16:creationId xmlns:a16="http://schemas.microsoft.com/office/drawing/2014/main" id="{C85FB438-453D-D2C1-0E49-37C8BBC2E978}"/>
                  </a:ext>
                </a:extLst>
              </p:cNvPr>
              <p:cNvCxnSpPr>
                <a:cxnSpLocks/>
                <a:stCxn id="234" idx="6"/>
                <a:endCxn id="16" idx="6"/>
              </p:cNvCxnSpPr>
              <p:nvPr/>
            </p:nvCxnSpPr>
            <p:spPr>
              <a:xfrm flipH="1">
                <a:off x="3894666" y="1721556"/>
                <a:ext cx="841020" cy="42333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7" name="Straight Connector 266">
                <a:extLst>
                  <a:ext uri="{FF2B5EF4-FFF2-40B4-BE49-F238E27FC236}">
                    <a16:creationId xmlns:a16="http://schemas.microsoft.com/office/drawing/2014/main" id="{65FA34EF-8E55-AF68-E215-44C811EF9F74}"/>
                  </a:ext>
                </a:extLst>
              </p:cNvPr>
              <p:cNvCxnSpPr>
                <a:cxnSpLocks/>
                <a:stCxn id="235" idx="6"/>
                <a:endCxn id="16" idx="6"/>
              </p:cNvCxnSpPr>
              <p:nvPr/>
            </p:nvCxnSpPr>
            <p:spPr>
              <a:xfrm flipH="1">
                <a:off x="3894666" y="2144889"/>
                <a:ext cx="841021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8" name="Straight Connector 267">
                <a:extLst>
                  <a:ext uri="{FF2B5EF4-FFF2-40B4-BE49-F238E27FC236}">
                    <a16:creationId xmlns:a16="http://schemas.microsoft.com/office/drawing/2014/main" id="{75EA2B79-E40C-4B61-3C88-463A309FDECE}"/>
                  </a:ext>
                </a:extLst>
              </p:cNvPr>
              <p:cNvCxnSpPr>
                <a:cxnSpLocks/>
                <a:stCxn id="236" idx="6"/>
                <a:endCxn id="16" idx="6"/>
              </p:cNvCxnSpPr>
              <p:nvPr/>
            </p:nvCxnSpPr>
            <p:spPr>
              <a:xfrm flipH="1" flipV="1">
                <a:off x="3894666" y="2144889"/>
                <a:ext cx="841021" cy="42333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9" name="Straight Connector 268">
                <a:extLst>
                  <a:ext uri="{FF2B5EF4-FFF2-40B4-BE49-F238E27FC236}">
                    <a16:creationId xmlns:a16="http://schemas.microsoft.com/office/drawing/2014/main" id="{4BE8E19E-EFFE-A6F1-AA2C-1BC0AD30CD9F}"/>
                  </a:ext>
                </a:extLst>
              </p:cNvPr>
              <p:cNvCxnSpPr>
                <a:cxnSpLocks/>
                <a:stCxn id="237" idx="6"/>
                <a:endCxn id="16" idx="6"/>
              </p:cNvCxnSpPr>
              <p:nvPr/>
            </p:nvCxnSpPr>
            <p:spPr>
              <a:xfrm flipH="1" flipV="1">
                <a:off x="3894666" y="2144889"/>
                <a:ext cx="841021" cy="8466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0" name="Straight Connector 269">
                <a:extLst>
                  <a:ext uri="{FF2B5EF4-FFF2-40B4-BE49-F238E27FC236}">
                    <a16:creationId xmlns:a16="http://schemas.microsoft.com/office/drawing/2014/main" id="{84222B6A-57CE-3C84-63F8-635A485C71EA}"/>
                  </a:ext>
                </a:extLst>
              </p:cNvPr>
              <p:cNvCxnSpPr>
                <a:cxnSpLocks/>
                <a:stCxn id="238" idx="6"/>
                <a:endCxn id="16" idx="6"/>
              </p:cNvCxnSpPr>
              <p:nvPr/>
            </p:nvCxnSpPr>
            <p:spPr>
              <a:xfrm flipH="1" flipV="1">
                <a:off x="3894666" y="2144889"/>
                <a:ext cx="841021" cy="126999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1" name="Straight Connector 270">
                <a:extLst>
                  <a:ext uri="{FF2B5EF4-FFF2-40B4-BE49-F238E27FC236}">
                    <a16:creationId xmlns:a16="http://schemas.microsoft.com/office/drawing/2014/main" id="{D0AF1414-4D97-F220-6BB8-402E72AA3B74}"/>
                  </a:ext>
                </a:extLst>
              </p:cNvPr>
              <p:cNvCxnSpPr>
                <a:cxnSpLocks/>
                <a:stCxn id="233" idx="6"/>
                <a:endCxn id="17" idx="6"/>
              </p:cNvCxnSpPr>
              <p:nvPr/>
            </p:nvCxnSpPr>
            <p:spPr>
              <a:xfrm flipH="1">
                <a:off x="3894666" y="1298223"/>
                <a:ext cx="841020" cy="126999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2" name="Straight Connector 271">
                <a:extLst>
                  <a:ext uri="{FF2B5EF4-FFF2-40B4-BE49-F238E27FC236}">
                    <a16:creationId xmlns:a16="http://schemas.microsoft.com/office/drawing/2014/main" id="{1B2D90A2-4A95-C123-4D8A-22521218EBDA}"/>
                  </a:ext>
                </a:extLst>
              </p:cNvPr>
              <p:cNvCxnSpPr>
                <a:cxnSpLocks/>
                <a:stCxn id="234" idx="6"/>
                <a:endCxn id="17" idx="6"/>
              </p:cNvCxnSpPr>
              <p:nvPr/>
            </p:nvCxnSpPr>
            <p:spPr>
              <a:xfrm flipH="1">
                <a:off x="3894666" y="1721556"/>
                <a:ext cx="841020" cy="8466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3" name="Straight Connector 272">
                <a:extLst>
                  <a:ext uri="{FF2B5EF4-FFF2-40B4-BE49-F238E27FC236}">
                    <a16:creationId xmlns:a16="http://schemas.microsoft.com/office/drawing/2014/main" id="{B5150213-1A56-B985-8742-2AF3F1CB4647}"/>
                  </a:ext>
                </a:extLst>
              </p:cNvPr>
              <p:cNvCxnSpPr>
                <a:cxnSpLocks/>
                <a:stCxn id="235" idx="6"/>
                <a:endCxn id="17" idx="6"/>
              </p:cNvCxnSpPr>
              <p:nvPr/>
            </p:nvCxnSpPr>
            <p:spPr>
              <a:xfrm flipH="1">
                <a:off x="3894666" y="2144889"/>
                <a:ext cx="841021" cy="42333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4" name="Straight Connector 273">
                <a:extLst>
                  <a:ext uri="{FF2B5EF4-FFF2-40B4-BE49-F238E27FC236}">
                    <a16:creationId xmlns:a16="http://schemas.microsoft.com/office/drawing/2014/main" id="{623E0949-2B54-CE40-C7F5-A2B4215421CB}"/>
                  </a:ext>
                </a:extLst>
              </p:cNvPr>
              <p:cNvCxnSpPr>
                <a:cxnSpLocks/>
                <a:stCxn id="236" idx="6"/>
                <a:endCxn id="17" idx="6"/>
              </p:cNvCxnSpPr>
              <p:nvPr/>
            </p:nvCxnSpPr>
            <p:spPr>
              <a:xfrm flipH="1">
                <a:off x="3894666" y="2568222"/>
                <a:ext cx="841021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5" name="Straight Connector 274">
                <a:extLst>
                  <a:ext uri="{FF2B5EF4-FFF2-40B4-BE49-F238E27FC236}">
                    <a16:creationId xmlns:a16="http://schemas.microsoft.com/office/drawing/2014/main" id="{815B823C-4186-F962-EA70-4DF2B373FD95}"/>
                  </a:ext>
                </a:extLst>
              </p:cNvPr>
              <p:cNvCxnSpPr>
                <a:cxnSpLocks/>
                <a:stCxn id="237" idx="6"/>
                <a:endCxn id="17" idx="6"/>
              </p:cNvCxnSpPr>
              <p:nvPr/>
            </p:nvCxnSpPr>
            <p:spPr>
              <a:xfrm flipH="1" flipV="1">
                <a:off x="3894666" y="2568222"/>
                <a:ext cx="841021" cy="42333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6" name="Straight Connector 275">
                <a:extLst>
                  <a:ext uri="{FF2B5EF4-FFF2-40B4-BE49-F238E27FC236}">
                    <a16:creationId xmlns:a16="http://schemas.microsoft.com/office/drawing/2014/main" id="{3D5F86EB-3AA9-FCE7-688B-86DFA4133582}"/>
                  </a:ext>
                </a:extLst>
              </p:cNvPr>
              <p:cNvCxnSpPr>
                <a:cxnSpLocks/>
                <a:stCxn id="238" idx="6"/>
                <a:endCxn id="17" idx="6"/>
              </p:cNvCxnSpPr>
              <p:nvPr/>
            </p:nvCxnSpPr>
            <p:spPr>
              <a:xfrm flipH="1" flipV="1">
                <a:off x="3894666" y="2568222"/>
                <a:ext cx="841021" cy="8466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89" name="TextBox 288">
                    <a:extLst>
                      <a:ext uri="{FF2B5EF4-FFF2-40B4-BE49-F238E27FC236}">
                        <a16:creationId xmlns:a16="http://schemas.microsoft.com/office/drawing/2014/main" id="{4B357AAF-93FB-924F-F806-9814E0BC653D}"/>
                      </a:ext>
                    </a:extLst>
                  </p:cNvPr>
                  <p:cNvSpPr txBox="1"/>
                  <p:nvPr/>
                </p:nvSpPr>
                <p:spPr>
                  <a:xfrm>
                    <a:off x="1347797" y="3558084"/>
                    <a:ext cx="196913" cy="307777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oMath>
                      </m:oMathPara>
                    </a14:m>
                    <a:endParaRPr lang="en-US" sz="1400" dirty="0"/>
                  </a:p>
                </p:txBody>
              </p:sp>
            </mc:Choice>
            <mc:Fallback>
              <p:sp>
                <p:nvSpPr>
                  <p:cNvPr id="289" name="TextBox 288">
                    <a:extLst>
                      <a:ext uri="{FF2B5EF4-FFF2-40B4-BE49-F238E27FC236}">
                        <a16:creationId xmlns:a16="http://schemas.microsoft.com/office/drawing/2014/main" id="{4B357AAF-93FB-924F-F806-9814E0BC653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347797" y="3558084"/>
                    <a:ext cx="196913" cy="307777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l="-375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90" name="TextBox 289">
                    <a:extLst>
                      <a:ext uri="{FF2B5EF4-FFF2-40B4-BE49-F238E27FC236}">
                        <a16:creationId xmlns:a16="http://schemas.microsoft.com/office/drawing/2014/main" id="{F2AAE9C8-2CEF-4472-6412-7980D490DF5A}"/>
                      </a:ext>
                    </a:extLst>
                  </p:cNvPr>
                  <p:cNvSpPr txBox="1"/>
                  <p:nvPr/>
                </p:nvSpPr>
                <p:spPr>
                  <a:xfrm>
                    <a:off x="3729013" y="3558084"/>
                    <a:ext cx="180690" cy="307777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oMath>
                      </m:oMathPara>
                    </a14:m>
                    <a:endParaRPr lang="en-US" sz="2000" dirty="0"/>
                  </a:p>
                </p:txBody>
              </p:sp>
            </mc:Choice>
            <mc:Fallback>
              <p:sp>
                <p:nvSpPr>
                  <p:cNvPr id="290" name="TextBox 289">
                    <a:extLst>
                      <a:ext uri="{FF2B5EF4-FFF2-40B4-BE49-F238E27FC236}">
                        <a16:creationId xmlns:a16="http://schemas.microsoft.com/office/drawing/2014/main" id="{F2AAE9C8-2CEF-4472-6412-7980D490DF5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729013" y="3558084"/>
                    <a:ext cx="180690" cy="307777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l="-33333" r="-666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91" name="TextBox 290">
                    <a:extLst>
                      <a:ext uri="{FF2B5EF4-FFF2-40B4-BE49-F238E27FC236}">
                        <a16:creationId xmlns:a16="http://schemas.microsoft.com/office/drawing/2014/main" id="{3EFAC041-B17B-B5F9-29F5-00A03F2D47FE}"/>
                      </a:ext>
                    </a:extLst>
                  </p:cNvPr>
                  <p:cNvSpPr txBox="1"/>
                  <p:nvPr/>
                </p:nvSpPr>
                <p:spPr>
                  <a:xfrm>
                    <a:off x="5939742" y="3558084"/>
                    <a:ext cx="254877" cy="307777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oMath>
                      </m:oMathPara>
                    </a14:m>
                    <a:endParaRPr lang="en-US" sz="1400" dirty="0"/>
                  </a:p>
                </p:txBody>
              </p:sp>
            </mc:Choice>
            <mc:Fallback>
              <p:sp>
                <p:nvSpPr>
                  <p:cNvPr id="291" name="TextBox 290">
                    <a:extLst>
                      <a:ext uri="{FF2B5EF4-FFF2-40B4-BE49-F238E27FC236}">
                        <a16:creationId xmlns:a16="http://schemas.microsoft.com/office/drawing/2014/main" id="{3EFAC041-B17B-B5F9-29F5-00A03F2D47F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39742" y="3558084"/>
                    <a:ext cx="254877" cy="307777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38095" r="-19048" b="-8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93" name="Straight Arrow Connector 292">
                <a:extLst>
                  <a:ext uri="{FF2B5EF4-FFF2-40B4-BE49-F238E27FC236}">
                    <a16:creationId xmlns:a16="http://schemas.microsoft.com/office/drawing/2014/main" id="{632BBD09-F967-34CD-D8C1-ABBF8319A744}"/>
                  </a:ext>
                </a:extLst>
              </p:cNvPr>
              <p:cNvCxnSpPr/>
              <p:nvPr/>
            </p:nvCxnSpPr>
            <p:spPr>
              <a:xfrm>
                <a:off x="1452852" y="903111"/>
                <a:ext cx="2308678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94" name="TextBox 293">
                    <a:extLst>
                      <a:ext uri="{FF2B5EF4-FFF2-40B4-BE49-F238E27FC236}">
                        <a16:creationId xmlns:a16="http://schemas.microsoft.com/office/drawing/2014/main" id="{BD159EEF-D93F-CBB5-81EC-A655E3B5F8BB}"/>
                      </a:ext>
                    </a:extLst>
                  </p:cNvPr>
                  <p:cNvSpPr txBox="1"/>
                  <p:nvPr/>
                </p:nvSpPr>
                <p:spPr>
                  <a:xfrm>
                    <a:off x="2571094" y="539955"/>
                    <a:ext cx="201465" cy="307777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oMath>
                      </m:oMathPara>
                    </a14:m>
                    <a:endParaRPr lang="en-US" sz="1400" dirty="0"/>
                  </a:p>
                </p:txBody>
              </p:sp>
            </mc:Choice>
            <mc:Fallback>
              <p:sp>
                <p:nvSpPr>
                  <p:cNvPr id="294" name="TextBox 293">
                    <a:extLst>
                      <a:ext uri="{FF2B5EF4-FFF2-40B4-BE49-F238E27FC236}">
                        <a16:creationId xmlns:a16="http://schemas.microsoft.com/office/drawing/2014/main" id="{BD159EEF-D93F-CBB5-81EC-A655E3B5F8B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571094" y="539955"/>
                    <a:ext cx="201465" cy="307777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41176" r="-35294" b="-32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95" name="Straight Arrow Connector 294">
                <a:extLst>
                  <a:ext uri="{FF2B5EF4-FFF2-40B4-BE49-F238E27FC236}">
                    <a16:creationId xmlns:a16="http://schemas.microsoft.com/office/drawing/2014/main" id="{98B43E6C-1623-1C65-795F-8942ABBC3862}"/>
                  </a:ext>
                </a:extLst>
              </p:cNvPr>
              <p:cNvCxnSpPr/>
              <p:nvPr/>
            </p:nvCxnSpPr>
            <p:spPr>
              <a:xfrm>
                <a:off x="3787322" y="903111"/>
                <a:ext cx="2308678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96" name="TextBox 295">
                    <a:extLst>
                      <a:ext uri="{FF2B5EF4-FFF2-40B4-BE49-F238E27FC236}">
                        <a16:creationId xmlns:a16="http://schemas.microsoft.com/office/drawing/2014/main" id="{EFA4198A-5268-F3A5-6839-1C4931879763}"/>
                      </a:ext>
                    </a:extLst>
                  </p:cNvPr>
                  <p:cNvSpPr txBox="1"/>
                  <p:nvPr/>
                </p:nvSpPr>
                <p:spPr>
                  <a:xfrm>
                    <a:off x="4589475" y="547470"/>
                    <a:ext cx="465512" cy="307777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p>
                            <m:sSupPr>
                              <m:ctrlP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</m:oMath>
                      </m:oMathPara>
                    </a14:m>
                    <a:endParaRPr lang="en-US" sz="1400" dirty="0"/>
                  </a:p>
                </p:txBody>
              </p:sp>
            </mc:Choice>
            <mc:Fallback>
              <p:sp>
                <p:nvSpPr>
                  <p:cNvPr id="296" name="TextBox 295">
                    <a:extLst>
                      <a:ext uri="{FF2B5EF4-FFF2-40B4-BE49-F238E27FC236}">
                        <a16:creationId xmlns:a16="http://schemas.microsoft.com/office/drawing/2014/main" id="{EFA4198A-5268-F3A5-6839-1C493187976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589475" y="547470"/>
                    <a:ext cx="465512" cy="307777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l="-18919" r="-5405" b="-32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97" name="TextBox 296">
                <a:extLst>
                  <a:ext uri="{FF2B5EF4-FFF2-40B4-BE49-F238E27FC236}">
                    <a16:creationId xmlns:a16="http://schemas.microsoft.com/office/drawing/2014/main" id="{9EBD67E0-908A-4FF7-2D8E-59FE06D2A48D}"/>
                  </a:ext>
                </a:extLst>
              </p:cNvPr>
              <p:cNvSpPr txBox="1"/>
              <p:nvPr/>
            </p:nvSpPr>
            <p:spPr>
              <a:xfrm>
                <a:off x="835197" y="3835725"/>
                <a:ext cx="119962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Input data</a:t>
                </a:r>
              </a:p>
            </p:txBody>
          </p:sp>
          <p:sp>
            <p:nvSpPr>
              <p:cNvPr id="298" name="TextBox 297">
                <a:extLst>
                  <a:ext uri="{FF2B5EF4-FFF2-40B4-BE49-F238E27FC236}">
                    <a16:creationId xmlns:a16="http://schemas.microsoft.com/office/drawing/2014/main" id="{13114CFC-6929-7B3B-A140-1CAAB73F6755}"/>
                  </a:ext>
                </a:extLst>
              </p:cNvPr>
              <p:cNvSpPr txBox="1"/>
              <p:nvPr/>
            </p:nvSpPr>
            <p:spPr>
              <a:xfrm>
                <a:off x="2600101" y="3835725"/>
                <a:ext cx="232948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dirty="0"/>
                  <a:t>Latent representation</a:t>
                </a:r>
              </a:p>
            </p:txBody>
          </p:sp>
          <p:sp>
            <p:nvSpPr>
              <p:cNvPr id="299" name="TextBox 298">
                <a:extLst>
                  <a:ext uri="{FF2B5EF4-FFF2-40B4-BE49-F238E27FC236}">
                    <a16:creationId xmlns:a16="http://schemas.microsoft.com/office/drawing/2014/main" id="{AFE562DD-877F-DC4B-6196-9A57CF2F3E91}"/>
                  </a:ext>
                </a:extLst>
              </p:cNvPr>
              <p:cNvSpPr txBox="1"/>
              <p:nvPr/>
            </p:nvSpPr>
            <p:spPr>
              <a:xfrm>
                <a:off x="5203436" y="3835725"/>
                <a:ext cx="171739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dirty="0"/>
                  <a:t>Reconstruction</a:t>
                </a:r>
              </a:p>
            </p:txBody>
          </p:sp>
          <p:sp>
            <p:nvSpPr>
              <p:cNvPr id="300" name="TextBox 299">
                <a:extLst>
                  <a:ext uri="{FF2B5EF4-FFF2-40B4-BE49-F238E27FC236}">
                    <a16:creationId xmlns:a16="http://schemas.microsoft.com/office/drawing/2014/main" id="{98492E3C-A102-4550-C3AC-7296FBF87C92}"/>
                  </a:ext>
                </a:extLst>
              </p:cNvPr>
              <p:cNvSpPr txBox="1"/>
              <p:nvPr/>
            </p:nvSpPr>
            <p:spPr>
              <a:xfrm>
                <a:off x="1393338" y="885037"/>
                <a:ext cx="101662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i="1" dirty="0"/>
                  <a:t>Encoder</a:t>
                </a:r>
              </a:p>
            </p:txBody>
          </p:sp>
          <p:sp>
            <p:nvSpPr>
              <p:cNvPr id="301" name="TextBox 300">
                <a:extLst>
                  <a:ext uri="{FF2B5EF4-FFF2-40B4-BE49-F238E27FC236}">
                    <a16:creationId xmlns:a16="http://schemas.microsoft.com/office/drawing/2014/main" id="{E8B0D2A9-4F10-4079-4E04-7A49769D6333}"/>
                  </a:ext>
                </a:extLst>
              </p:cNvPr>
              <p:cNvSpPr txBox="1"/>
              <p:nvPr/>
            </p:nvSpPr>
            <p:spPr>
              <a:xfrm>
                <a:off x="3747907" y="885037"/>
                <a:ext cx="104227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i="1" dirty="0"/>
                  <a:t>Decoder</a:t>
                </a:r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02" name="TextBox 301">
                    <a:extLst>
                      <a:ext uri="{FF2B5EF4-FFF2-40B4-BE49-F238E27FC236}">
                        <a16:creationId xmlns:a16="http://schemas.microsoft.com/office/drawing/2014/main" id="{B5715E37-4E8A-B3D6-D77C-2D50B365EBF8}"/>
                      </a:ext>
                    </a:extLst>
                  </p:cNvPr>
                  <p:cNvSpPr txBox="1"/>
                  <p:nvPr/>
                </p:nvSpPr>
                <p:spPr>
                  <a:xfrm>
                    <a:off x="3664431" y="1955645"/>
                    <a:ext cx="200824" cy="307777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GB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>
              <p:sp>
                <p:nvSpPr>
                  <p:cNvPr id="302" name="TextBox 301">
                    <a:extLst>
                      <a:ext uri="{FF2B5EF4-FFF2-40B4-BE49-F238E27FC236}">
                        <a16:creationId xmlns:a16="http://schemas.microsoft.com/office/drawing/2014/main" id="{B5715E37-4E8A-B3D6-D77C-2D50B365EBF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664431" y="1955645"/>
                    <a:ext cx="200824" cy="307777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l="-29412" r="-23529" b="-20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03" name="TextBox 302">
                    <a:extLst>
                      <a:ext uri="{FF2B5EF4-FFF2-40B4-BE49-F238E27FC236}">
                        <a16:creationId xmlns:a16="http://schemas.microsoft.com/office/drawing/2014/main" id="{AC8EF367-5173-0BD9-729E-4044F4E1539B}"/>
                      </a:ext>
                    </a:extLst>
                  </p:cNvPr>
                  <p:cNvSpPr txBox="1"/>
                  <p:nvPr/>
                </p:nvSpPr>
                <p:spPr>
                  <a:xfrm>
                    <a:off x="3664431" y="2391754"/>
                    <a:ext cx="209866" cy="307777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GB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>
              <p:sp>
                <p:nvSpPr>
                  <p:cNvPr id="303" name="TextBox 302">
                    <a:extLst>
                      <a:ext uri="{FF2B5EF4-FFF2-40B4-BE49-F238E27FC236}">
                        <a16:creationId xmlns:a16="http://schemas.microsoft.com/office/drawing/2014/main" id="{AC8EF367-5173-0BD9-729E-4044F4E1539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664431" y="2391754"/>
                    <a:ext cx="209866" cy="307777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l="-11111" r="-1111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04" name="TextBox 303">
                    <a:extLst>
                      <a:ext uri="{FF2B5EF4-FFF2-40B4-BE49-F238E27FC236}">
                        <a16:creationId xmlns:a16="http://schemas.microsoft.com/office/drawing/2014/main" id="{4ED65A5E-425F-9893-7D51-E0AE008375E4}"/>
                      </a:ext>
                    </a:extLst>
                  </p:cNvPr>
                  <p:cNvSpPr txBox="1"/>
                  <p:nvPr/>
                </p:nvSpPr>
                <p:spPr>
                  <a:xfrm>
                    <a:off x="2435196" y="4207020"/>
                    <a:ext cx="2710294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  <m:d>
                            <m:d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GB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𝒩</m:t>
                          </m:r>
                          <m:d>
                            <m:dPr>
                              <m:ctrlPr>
                                <a:rPr lang="en-GB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  <m:d>
                                <m:dPr>
                                  <m:ctrlPr>
                                    <a:rPr lang="en-GB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  <m:r>
                                <a:rPr lang="en-GB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p>
                                <m:sSupPr>
                                  <m:ctrlPr>
                                    <a:rPr lang="en-GB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GB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𝜎</m:t>
                                  </m:r>
                                  <m:d>
                                    <m:dPr>
                                      <m:ctrlPr>
                                        <a:rPr lang="en-GB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GB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en-GB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d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>
              <p:sp>
                <p:nvSpPr>
                  <p:cNvPr id="304" name="TextBox 303">
                    <a:extLst>
                      <a:ext uri="{FF2B5EF4-FFF2-40B4-BE49-F238E27FC236}">
                        <a16:creationId xmlns:a16="http://schemas.microsoft.com/office/drawing/2014/main" id="{4ED65A5E-425F-9893-7D51-E0AE008375E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435196" y="4207020"/>
                    <a:ext cx="2710294" cy="369332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b="-666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307" name="Bent Arrow 306">
              <a:extLst>
                <a:ext uri="{FF2B5EF4-FFF2-40B4-BE49-F238E27FC236}">
                  <a16:creationId xmlns:a16="http://schemas.microsoft.com/office/drawing/2014/main" id="{C635D839-19CE-CAB9-4FBC-6479C3854E63}"/>
                </a:ext>
              </a:extLst>
            </p:cNvPr>
            <p:cNvSpPr/>
            <p:nvPr/>
          </p:nvSpPr>
          <p:spPr>
            <a:xfrm rot="16200000">
              <a:off x="1755535" y="3865682"/>
              <a:ext cx="656493" cy="1647095"/>
            </a:xfrm>
            <a:prstGeom prst="bentArrow">
              <a:avLst>
                <a:gd name="adj1" fmla="val 11335"/>
                <a:gd name="adj2" fmla="val 16925"/>
                <a:gd name="adj3" fmla="val 25000"/>
                <a:gd name="adj4" fmla="val 43750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08" name="Bent Arrow 307">
              <a:extLst>
                <a:ext uri="{FF2B5EF4-FFF2-40B4-BE49-F238E27FC236}">
                  <a16:creationId xmlns:a16="http://schemas.microsoft.com/office/drawing/2014/main" id="{E55AA03C-FAD3-EACA-50BA-5E8ACD42E854}"/>
                </a:ext>
              </a:extLst>
            </p:cNvPr>
            <p:cNvSpPr/>
            <p:nvPr/>
          </p:nvSpPr>
          <p:spPr>
            <a:xfrm rot="5400000" flipH="1">
              <a:off x="5032131" y="3865682"/>
              <a:ext cx="656494" cy="1647095"/>
            </a:xfrm>
            <a:prstGeom prst="bentArrow">
              <a:avLst>
                <a:gd name="adj1" fmla="val 11335"/>
                <a:gd name="adj2" fmla="val 16925"/>
                <a:gd name="adj3" fmla="val 25000"/>
                <a:gd name="adj4" fmla="val 43750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09" name="TextBox 308">
                  <a:extLst>
                    <a:ext uri="{FF2B5EF4-FFF2-40B4-BE49-F238E27FC236}">
                      <a16:creationId xmlns:a16="http://schemas.microsoft.com/office/drawing/2014/main" id="{C4997888-063B-ECE5-E143-F2380CE5FC03}"/>
                    </a:ext>
                  </a:extLst>
                </p:cNvPr>
                <p:cNvSpPr txBox="1"/>
                <p:nvPr/>
              </p:nvSpPr>
              <p:spPr>
                <a:xfrm>
                  <a:off x="1901651" y="4770511"/>
                  <a:ext cx="3777381" cy="76944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u="sng" dirty="0"/>
                    <a:t>Training loss</a:t>
                  </a:r>
                </a:p>
                <a:p>
                  <a:pPr algn="ctr"/>
                  <a:endParaRPr lang="en-US" sz="800" dirty="0"/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ℒ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=|</m:t>
                        </m:r>
                        <m:d>
                          <m:dPr>
                            <m:begChr m:val="|"/>
                            <m:endChr m:val="|"/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p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en-GB" b="0" i="0" smtClean="0">
                            <a:latin typeface="Cambria Math" panose="02040503050406030204" pitchFamily="18" charset="0"/>
                          </a:rPr>
                          <m:t>KL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), </m:t>
                        </m:r>
                        <m: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𝒩</m:t>
                        </m:r>
                        <m:d>
                          <m:dPr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i="1" dirty="0"/>
                </a:p>
              </p:txBody>
            </p:sp>
          </mc:Choice>
          <mc:Fallback>
            <p:sp>
              <p:nvSpPr>
                <p:cNvPr id="309" name="TextBox 308">
                  <a:extLst>
                    <a:ext uri="{FF2B5EF4-FFF2-40B4-BE49-F238E27FC236}">
                      <a16:creationId xmlns:a16="http://schemas.microsoft.com/office/drawing/2014/main" id="{C4997888-063B-ECE5-E143-F2380CE5FC0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01651" y="4770511"/>
                  <a:ext cx="3777381" cy="769441"/>
                </a:xfrm>
                <a:prstGeom prst="rect">
                  <a:avLst/>
                </a:prstGeom>
                <a:blipFill>
                  <a:blip r:embed="rId10"/>
                  <a:stretch>
                    <a:fillRect t="-3226" b="-645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4850475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6B0BC6-3F30-1B32-AF73-13478B256D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Rectangle 305">
            <a:extLst>
              <a:ext uri="{FF2B5EF4-FFF2-40B4-BE49-F238E27FC236}">
                <a16:creationId xmlns:a16="http://schemas.microsoft.com/office/drawing/2014/main" id="{5E3B5C43-B36E-2DB4-076D-E56E5A815F80}"/>
              </a:ext>
            </a:extLst>
          </p:cNvPr>
          <p:cNvSpPr/>
          <p:nvPr/>
        </p:nvSpPr>
        <p:spPr>
          <a:xfrm>
            <a:off x="609600" y="445477"/>
            <a:ext cx="6518031" cy="520504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4E24AD43-7119-2168-AC47-BF45A02DA9F5}"/>
              </a:ext>
            </a:extLst>
          </p:cNvPr>
          <p:cNvSpPr/>
          <p:nvPr/>
        </p:nvSpPr>
        <p:spPr>
          <a:xfrm>
            <a:off x="1343378" y="1591733"/>
            <a:ext cx="259645" cy="259645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A9C44F48-9A8C-D47E-C0E5-BADFE242D0E2}"/>
              </a:ext>
            </a:extLst>
          </p:cNvPr>
          <p:cNvSpPr/>
          <p:nvPr/>
        </p:nvSpPr>
        <p:spPr>
          <a:xfrm>
            <a:off x="1343378" y="2015066"/>
            <a:ext cx="259645" cy="259645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D93A126F-A21D-0749-88CB-ACD10C2E02AF}"/>
              </a:ext>
            </a:extLst>
          </p:cNvPr>
          <p:cNvSpPr/>
          <p:nvPr/>
        </p:nvSpPr>
        <p:spPr>
          <a:xfrm>
            <a:off x="1343377" y="2438399"/>
            <a:ext cx="259645" cy="259645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3814DCA3-DBC6-AB73-2DB0-C4D4E5CE4260}"/>
              </a:ext>
            </a:extLst>
          </p:cNvPr>
          <p:cNvSpPr/>
          <p:nvPr/>
        </p:nvSpPr>
        <p:spPr>
          <a:xfrm>
            <a:off x="1343377" y="2861732"/>
            <a:ext cx="259645" cy="259645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F8904B35-E516-386B-5456-11D5A4EB03C5}"/>
              </a:ext>
            </a:extLst>
          </p:cNvPr>
          <p:cNvSpPr/>
          <p:nvPr/>
        </p:nvSpPr>
        <p:spPr>
          <a:xfrm>
            <a:off x="2534356" y="1168400"/>
            <a:ext cx="259645" cy="259645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3B8153B2-394A-0A3D-4D65-E63964209BD9}"/>
              </a:ext>
            </a:extLst>
          </p:cNvPr>
          <p:cNvSpPr/>
          <p:nvPr/>
        </p:nvSpPr>
        <p:spPr>
          <a:xfrm>
            <a:off x="2534356" y="1591733"/>
            <a:ext cx="259645" cy="259645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2CAE0C8-1F98-009E-B0F7-5BC33A3B99D3}"/>
              </a:ext>
            </a:extLst>
          </p:cNvPr>
          <p:cNvSpPr/>
          <p:nvPr/>
        </p:nvSpPr>
        <p:spPr>
          <a:xfrm>
            <a:off x="2534355" y="2015066"/>
            <a:ext cx="259645" cy="259645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08D7F292-1A3E-E6B7-AEFE-AF009598E8B7}"/>
              </a:ext>
            </a:extLst>
          </p:cNvPr>
          <p:cNvSpPr/>
          <p:nvPr/>
        </p:nvSpPr>
        <p:spPr>
          <a:xfrm>
            <a:off x="2534355" y="2438399"/>
            <a:ext cx="259645" cy="259645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BE8879C9-DF35-85FF-0396-AAB011295F08}"/>
              </a:ext>
            </a:extLst>
          </p:cNvPr>
          <p:cNvSpPr/>
          <p:nvPr/>
        </p:nvSpPr>
        <p:spPr>
          <a:xfrm>
            <a:off x="2534355" y="2861732"/>
            <a:ext cx="259645" cy="259645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E8A57AFC-DAA6-A187-A793-A21E76BA394D}"/>
              </a:ext>
            </a:extLst>
          </p:cNvPr>
          <p:cNvSpPr/>
          <p:nvPr/>
        </p:nvSpPr>
        <p:spPr>
          <a:xfrm>
            <a:off x="2534355" y="3285065"/>
            <a:ext cx="259645" cy="259645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662427CF-ABE0-E422-B460-1238F2AA4E5F}"/>
              </a:ext>
            </a:extLst>
          </p:cNvPr>
          <p:cNvSpPr/>
          <p:nvPr/>
        </p:nvSpPr>
        <p:spPr>
          <a:xfrm>
            <a:off x="3635021" y="2015066"/>
            <a:ext cx="259645" cy="259645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8DC5FB3B-0B08-1730-700D-D6EC54637663}"/>
              </a:ext>
            </a:extLst>
          </p:cNvPr>
          <p:cNvSpPr/>
          <p:nvPr/>
        </p:nvSpPr>
        <p:spPr>
          <a:xfrm>
            <a:off x="3635021" y="2438399"/>
            <a:ext cx="259645" cy="259645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EA802F44-DA9D-6A14-BD4A-3CA8955E3855}"/>
              </a:ext>
            </a:extLst>
          </p:cNvPr>
          <p:cNvCxnSpPr>
            <a:cxnSpLocks/>
            <a:stCxn id="4" idx="6"/>
            <a:endCxn id="10" idx="2"/>
          </p:cNvCxnSpPr>
          <p:nvPr/>
        </p:nvCxnSpPr>
        <p:spPr>
          <a:xfrm flipV="1">
            <a:off x="1603023" y="1298223"/>
            <a:ext cx="931333" cy="42333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3E58FED3-FA32-2BED-5471-787F238013EF}"/>
              </a:ext>
            </a:extLst>
          </p:cNvPr>
          <p:cNvCxnSpPr>
            <a:cxnSpLocks/>
            <a:stCxn id="4" idx="6"/>
            <a:endCxn id="11" idx="2"/>
          </p:cNvCxnSpPr>
          <p:nvPr/>
        </p:nvCxnSpPr>
        <p:spPr>
          <a:xfrm>
            <a:off x="1603023" y="1721556"/>
            <a:ext cx="931333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D983DC03-708A-D0BE-DA7B-14F546770288}"/>
              </a:ext>
            </a:extLst>
          </p:cNvPr>
          <p:cNvCxnSpPr>
            <a:cxnSpLocks/>
            <a:stCxn id="4" idx="6"/>
            <a:endCxn id="12" idx="2"/>
          </p:cNvCxnSpPr>
          <p:nvPr/>
        </p:nvCxnSpPr>
        <p:spPr>
          <a:xfrm>
            <a:off x="1603023" y="1721556"/>
            <a:ext cx="931332" cy="42333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4B9BA5F-B0FB-BFB9-C597-5473D3692E95}"/>
              </a:ext>
            </a:extLst>
          </p:cNvPr>
          <p:cNvCxnSpPr>
            <a:cxnSpLocks/>
            <a:stCxn id="4" idx="6"/>
            <a:endCxn id="13" idx="2"/>
          </p:cNvCxnSpPr>
          <p:nvPr/>
        </p:nvCxnSpPr>
        <p:spPr>
          <a:xfrm>
            <a:off x="1603023" y="1721556"/>
            <a:ext cx="931332" cy="84666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EC696AC6-3CEA-9CF7-7E69-268094F2EF75}"/>
              </a:ext>
            </a:extLst>
          </p:cNvPr>
          <p:cNvCxnSpPr>
            <a:cxnSpLocks/>
            <a:stCxn id="4" idx="6"/>
            <a:endCxn id="14" idx="2"/>
          </p:cNvCxnSpPr>
          <p:nvPr/>
        </p:nvCxnSpPr>
        <p:spPr>
          <a:xfrm>
            <a:off x="1603023" y="1721556"/>
            <a:ext cx="931332" cy="126999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7E1A3EAB-9A37-89AD-B35F-33EC657F8186}"/>
              </a:ext>
            </a:extLst>
          </p:cNvPr>
          <p:cNvCxnSpPr>
            <a:cxnSpLocks/>
            <a:stCxn id="4" idx="6"/>
            <a:endCxn id="15" idx="2"/>
          </p:cNvCxnSpPr>
          <p:nvPr/>
        </p:nvCxnSpPr>
        <p:spPr>
          <a:xfrm>
            <a:off x="1603023" y="1721556"/>
            <a:ext cx="931332" cy="16933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34A9A840-1A01-1EF0-246D-41B060DCFCB5}"/>
              </a:ext>
            </a:extLst>
          </p:cNvPr>
          <p:cNvCxnSpPr>
            <a:cxnSpLocks/>
            <a:stCxn id="5" idx="6"/>
            <a:endCxn id="10" idx="2"/>
          </p:cNvCxnSpPr>
          <p:nvPr/>
        </p:nvCxnSpPr>
        <p:spPr>
          <a:xfrm flipV="1">
            <a:off x="1603023" y="1298223"/>
            <a:ext cx="931333" cy="84666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BCF2F45C-5895-3276-A29B-26E118025F8D}"/>
              </a:ext>
            </a:extLst>
          </p:cNvPr>
          <p:cNvCxnSpPr>
            <a:cxnSpLocks/>
            <a:stCxn id="5" idx="6"/>
            <a:endCxn id="11" idx="2"/>
          </p:cNvCxnSpPr>
          <p:nvPr/>
        </p:nvCxnSpPr>
        <p:spPr>
          <a:xfrm flipV="1">
            <a:off x="1603023" y="1721556"/>
            <a:ext cx="931333" cy="42333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CE002AA3-2D0F-AFD1-696C-42F876D5C8E3}"/>
              </a:ext>
            </a:extLst>
          </p:cNvPr>
          <p:cNvCxnSpPr>
            <a:cxnSpLocks/>
            <a:stCxn id="5" idx="6"/>
            <a:endCxn id="12" idx="2"/>
          </p:cNvCxnSpPr>
          <p:nvPr/>
        </p:nvCxnSpPr>
        <p:spPr>
          <a:xfrm>
            <a:off x="1603023" y="2144889"/>
            <a:ext cx="931332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7AAC649B-EAB1-3F65-2EC1-F8121398A775}"/>
              </a:ext>
            </a:extLst>
          </p:cNvPr>
          <p:cNvCxnSpPr>
            <a:cxnSpLocks/>
            <a:stCxn id="5" idx="6"/>
            <a:endCxn id="13" idx="2"/>
          </p:cNvCxnSpPr>
          <p:nvPr/>
        </p:nvCxnSpPr>
        <p:spPr>
          <a:xfrm>
            <a:off x="1603023" y="2144889"/>
            <a:ext cx="931332" cy="42333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8075F70D-D941-7215-D51B-D0B74FDBBC53}"/>
              </a:ext>
            </a:extLst>
          </p:cNvPr>
          <p:cNvCxnSpPr>
            <a:cxnSpLocks/>
            <a:stCxn id="5" idx="6"/>
            <a:endCxn id="14" idx="2"/>
          </p:cNvCxnSpPr>
          <p:nvPr/>
        </p:nvCxnSpPr>
        <p:spPr>
          <a:xfrm>
            <a:off x="1603023" y="2144889"/>
            <a:ext cx="931332" cy="84666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A1ABB85C-2ED3-CE4A-AE6B-A85CEA02B658}"/>
              </a:ext>
            </a:extLst>
          </p:cNvPr>
          <p:cNvCxnSpPr>
            <a:cxnSpLocks/>
            <a:stCxn id="5" idx="6"/>
            <a:endCxn id="15" idx="2"/>
          </p:cNvCxnSpPr>
          <p:nvPr/>
        </p:nvCxnSpPr>
        <p:spPr>
          <a:xfrm>
            <a:off x="1603023" y="2144889"/>
            <a:ext cx="931332" cy="126999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9EC508E7-57AF-2557-08A5-7AA4F77E7B09}"/>
              </a:ext>
            </a:extLst>
          </p:cNvPr>
          <p:cNvCxnSpPr>
            <a:cxnSpLocks/>
            <a:stCxn id="6" idx="6"/>
            <a:endCxn id="10" idx="2"/>
          </p:cNvCxnSpPr>
          <p:nvPr/>
        </p:nvCxnSpPr>
        <p:spPr>
          <a:xfrm flipV="1">
            <a:off x="1603022" y="1298223"/>
            <a:ext cx="931334" cy="126999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57EB7022-565D-9013-215D-353ED61F6EE4}"/>
              </a:ext>
            </a:extLst>
          </p:cNvPr>
          <p:cNvCxnSpPr>
            <a:cxnSpLocks/>
            <a:stCxn id="6" idx="6"/>
            <a:endCxn id="11" idx="2"/>
          </p:cNvCxnSpPr>
          <p:nvPr/>
        </p:nvCxnSpPr>
        <p:spPr>
          <a:xfrm flipV="1">
            <a:off x="1603022" y="1721556"/>
            <a:ext cx="931334" cy="84666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CA913E34-F819-C4D4-05CA-193D70953E2E}"/>
              </a:ext>
            </a:extLst>
          </p:cNvPr>
          <p:cNvCxnSpPr>
            <a:cxnSpLocks/>
            <a:stCxn id="6" idx="6"/>
            <a:endCxn id="12" idx="2"/>
          </p:cNvCxnSpPr>
          <p:nvPr/>
        </p:nvCxnSpPr>
        <p:spPr>
          <a:xfrm flipV="1">
            <a:off x="1603022" y="2144889"/>
            <a:ext cx="931333" cy="42333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A2D2BBCB-005C-18BD-B768-12600E965D20}"/>
              </a:ext>
            </a:extLst>
          </p:cNvPr>
          <p:cNvCxnSpPr>
            <a:cxnSpLocks/>
            <a:stCxn id="6" idx="6"/>
            <a:endCxn id="13" idx="2"/>
          </p:cNvCxnSpPr>
          <p:nvPr/>
        </p:nvCxnSpPr>
        <p:spPr>
          <a:xfrm>
            <a:off x="1603022" y="2568222"/>
            <a:ext cx="931333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60B2624F-267E-E77B-9B00-F098916132D4}"/>
              </a:ext>
            </a:extLst>
          </p:cNvPr>
          <p:cNvCxnSpPr>
            <a:cxnSpLocks/>
            <a:stCxn id="6" idx="6"/>
            <a:endCxn id="14" idx="2"/>
          </p:cNvCxnSpPr>
          <p:nvPr/>
        </p:nvCxnSpPr>
        <p:spPr>
          <a:xfrm>
            <a:off x="1603022" y="2568222"/>
            <a:ext cx="931333" cy="42333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FDF8B001-8696-73F2-A4CB-A8ADCA679496}"/>
              </a:ext>
            </a:extLst>
          </p:cNvPr>
          <p:cNvCxnSpPr>
            <a:cxnSpLocks/>
            <a:stCxn id="6" idx="6"/>
            <a:endCxn id="15" idx="2"/>
          </p:cNvCxnSpPr>
          <p:nvPr/>
        </p:nvCxnSpPr>
        <p:spPr>
          <a:xfrm>
            <a:off x="1603022" y="2568222"/>
            <a:ext cx="931333" cy="84666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D8369C3A-7C9D-3AD5-C638-EBD7CD5926D6}"/>
              </a:ext>
            </a:extLst>
          </p:cNvPr>
          <p:cNvCxnSpPr>
            <a:cxnSpLocks/>
            <a:stCxn id="7" idx="6"/>
            <a:endCxn id="10" idx="2"/>
          </p:cNvCxnSpPr>
          <p:nvPr/>
        </p:nvCxnSpPr>
        <p:spPr>
          <a:xfrm flipV="1">
            <a:off x="1603022" y="1298223"/>
            <a:ext cx="931334" cy="16933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1F49C8C3-ADF9-93C4-3EB3-165FA752272D}"/>
              </a:ext>
            </a:extLst>
          </p:cNvPr>
          <p:cNvCxnSpPr>
            <a:cxnSpLocks/>
            <a:stCxn id="7" idx="6"/>
            <a:endCxn id="11" idx="2"/>
          </p:cNvCxnSpPr>
          <p:nvPr/>
        </p:nvCxnSpPr>
        <p:spPr>
          <a:xfrm flipV="1">
            <a:off x="1603022" y="1721556"/>
            <a:ext cx="931334" cy="126999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053DA1B7-C7DD-0E39-3ADD-2DFCBA1C9781}"/>
              </a:ext>
            </a:extLst>
          </p:cNvPr>
          <p:cNvCxnSpPr>
            <a:cxnSpLocks/>
            <a:stCxn id="7" idx="6"/>
            <a:endCxn id="12" idx="2"/>
          </p:cNvCxnSpPr>
          <p:nvPr/>
        </p:nvCxnSpPr>
        <p:spPr>
          <a:xfrm flipV="1">
            <a:off x="1603022" y="2144889"/>
            <a:ext cx="931333" cy="84666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B92388AD-ABCE-4824-CEF0-D5CE3ED2A0AE}"/>
              </a:ext>
            </a:extLst>
          </p:cNvPr>
          <p:cNvCxnSpPr>
            <a:cxnSpLocks/>
            <a:stCxn id="7" idx="6"/>
            <a:endCxn id="13" idx="2"/>
          </p:cNvCxnSpPr>
          <p:nvPr/>
        </p:nvCxnSpPr>
        <p:spPr>
          <a:xfrm flipV="1">
            <a:off x="1603022" y="2568222"/>
            <a:ext cx="931333" cy="42333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0C3FC6A9-40DE-4F53-6E77-FF824A2DA79C}"/>
              </a:ext>
            </a:extLst>
          </p:cNvPr>
          <p:cNvCxnSpPr>
            <a:cxnSpLocks/>
            <a:stCxn id="7" idx="6"/>
            <a:endCxn id="14" idx="2"/>
          </p:cNvCxnSpPr>
          <p:nvPr/>
        </p:nvCxnSpPr>
        <p:spPr>
          <a:xfrm>
            <a:off x="1603022" y="2991555"/>
            <a:ext cx="931333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016EDB4D-4EC4-8328-16A6-CC8145D0089B}"/>
              </a:ext>
            </a:extLst>
          </p:cNvPr>
          <p:cNvCxnSpPr>
            <a:cxnSpLocks/>
            <a:stCxn id="7" idx="6"/>
            <a:endCxn id="15" idx="2"/>
          </p:cNvCxnSpPr>
          <p:nvPr/>
        </p:nvCxnSpPr>
        <p:spPr>
          <a:xfrm>
            <a:off x="1603022" y="2991555"/>
            <a:ext cx="931333" cy="42333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1205BE0A-6DCA-5F7B-B24B-FED4EB7585CA}"/>
              </a:ext>
            </a:extLst>
          </p:cNvPr>
          <p:cNvCxnSpPr>
            <a:cxnSpLocks/>
            <a:stCxn id="10" idx="6"/>
            <a:endCxn id="16" idx="2"/>
          </p:cNvCxnSpPr>
          <p:nvPr/>
        </p:nvCxnSpPr>
        <p:spPr>
          <a:xfrm>
            <a:off x="2794001" y="1298223"/>
            <a:ext cx="841020" cy="84666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7A128A32-0D0C-0B4B-2574-C2F4D982DD09}"/>
              </a:ext>
            </a:extLst>
          </p:cNvPr>
          <p:cNvCxnSpPr>
            <a:cxnSpLocks/>
            <a:stCxn id="11" idx="6"/>
            <a:endCxn id="16" idx="2"/>
          </p:cNvCxnSpPr>
          <p:nvPr/>
        </p:nvCxnSpPr>
        <p:spPr>
          <a:xfrm>
            <a:off x="2794001" y="1721556"/>
            <a:ext cx="841020" cy="42333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34D19CCA-DA77-29C0-F9F3-2D95142FB16D}"/>
              </a:ext>
            </a:extLst>
          </p:cNvPr>
          <p:cNvCxnSpPr>
            <a:cxnSpLocks/>
            <a:stCxn id="12" idx="6"/>
            <a:endCxn id="16" idx="2"/>
          </p:cNvCxnSpPr>
          <p:nvPr/>
        </p:nvCxnSpPr>
        <p:spPr>
          <a:xfrm>
            <a:off x="2794000" y="2144889"/>
            <a:ext cx="84102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D646836E-3AEC-40EB-4E31-262CD2E9C8C4}"/>
              </a:ext>
            </a:extLst>
          </p:cNvPr>
          <p:cNvCxnSpPr>
            <a:cxnSpLocks/>
            <a:stCxn id="13" idx="6"/>
            <a:endCxn id="16" idx="2"/>
          </p:cNvCxnSpPr>
          <p:nvPr/>
        </p:nvCxnSpPr>
        <p:spPr>
          <a:xfrm flipV="1">
            <a:off x="2794000" y="2144889"/>
            <a:ext cx="841021" cy="42333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B63A6C3D-AEA4-8751-D690-6FFC59E52EE8}"/>
              </a:ext>
            </a:extLst>
          </p:cNvPr>
          <p:cNvCxnSpPr>
            <a:cxnSpLocks/>
            <a:stCxn id="14" idx="6"/>
            <a:endCxn id="16" idx="2"/>
          </p:cNvCxnSpPr>
          <p:nvPr/>
        </p:nvCxnSpPr>
        <p:spPr>
          <a:xfrm flipV="1">
            <a:off x="2794000" y="2144889"/>
            <a:ext cx="841021" cy="84666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17D178B7-7449-70A7-DD75-8E1F4C76918F}"/>
              </a:ext>
            </a:extLst>
          </p:cNvPr>
          <p:cNvCxnSpPr>
            <a:cxnSpLocks/>
            <a:stCxn id="15" idx="6"/>
            <a:endCxn id="16" idx="2"/>
          </p:cNvCxnSpPr>
          <p:nvPr/>
        </p:nvCxnSpPr>
        <p:spPr>
          <a:xfrm flipV="1">
            <a:off x="2794000" y="2144889"/>
            <a:ext cx="841021" cy="126999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DAE6E88A-8381-164F-AE59-3C53BB8F541A}"/>
              </a:ext>
            </a:extLst>
          </p:cNvPr>
          <p:cNvCxnSpPr>
            <a:cxnSpLocks/>
            <a:stCxn id="10" idx="6"/>
            <a:endCxn id="17" idx="2"/>
          </p:cNvCxnSpPr>
          <p:nvPr/>
        </p:nvCxnSpPr>
        <p:spPr>
          <a:xfrm>
            <a:off x="2794001" y="1298223"/>
            <a:ext cx="841020" cy="126999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EAEEF1E7-E00D-D614-643D-614955ADF2F7}"/>
              </a:ext>
            </a:extLst>
          </p:cNvPr>
          <p:cNvCxnSpPr>
            <a:cxnSpLocks/>
            <a:stCxn id="11" idx="6"/>
            <a:endCxn id="17" idx="2"/>
          </p:cNvCxnSpPr>
          <p:nvPr/>
        </p:nvCxnSpPr>
        <p:spPr>
          <a:xfrm>
            <a:off x="2794001" y="1721556"/>
            <a:ext cx="841020" cy="84666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Connector 129">
            <a:extLst>
              <a:ext uri="{FF2B5EF4-FFF2-40B4-BE49-F238E27FC236}">
                <a16:creationId xmlns:a16="http://schemas.microsoft.com/office/drawing/2014/main" id="{A885F124-8ECA-F02E-A201-2D400CB7C4A1}"/>
              </a:ext>
            </a:extLst>
          </p:cNvPr>
          <p:cNvCxnSpPr>
            <a:cxnSpLocks/>
            <a:stCxn id="12" idx="6"/>
            <a:endCxn id="17" idx="2"/>
          </p:cNvCxnSpPr>
          <p:nvPr/>
        </p:nvCxnSpPr>
        <p:spPr>
          <a:xfrm>
            <a:off x="2794000" y="2144889"/>
            <a:ext cx="841021" cy="42333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Connector 132">
            <a:extLst>
              <a:ext uri="{FF2B5EF4-FFF2-40B4-BE49-F238E27FC236}">
                <a16:creationId xmlns:a16="http://schemas.microsoft.com/office/drawing/2014/main" id="{E72EFE4D-A31C-DCFD-76E0-EC678888E5DA}"/>
              </a:ext>
            </a:extLst>
          </p:cNvPr>
          <p:cNvCxnSpPr>
            <a:cxnSpLocks/>
            <a:stCxn id="13" idx="6"/>
            <a:endCxn id="17" idx="2"/>
          </p:cNvCxnSpPr>
          <p:nvPr/>
        </p:nvCxnSpPr>
        <p:spPr>
          <a:xfrm>
            <a:off x="2794000" y="2568222"/>
            <a:ext cx="84102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Straight Connector 135">
            <a:extLst>
              <a:ext uri="{FF2B5EF4-FFF2-40B4-BE49-F238E27FC236}">
                <a16:creationId xmlns:a16="http://schemas.microsoft.com/office/drawing/2014/main" id="{99A01E79-2951-00DD-1719-B3BC71F041D7}"/>
              </a:ext>
            </a:extLst>
          </p:cNvPr>
          <p:cNvCxnSpPr>
            <a:cxnSpLocks/>
            <a:stCxn id="14" idx="6"/>
            <a:endCxn id="17" idx="2"/>
          </p:cNvCxnSpPr>
          <p:nvPr/>
        </p:nvCxnSpPr>
        <p:spPr>
          <a:xfrm flipV="1">
            <a:off x="2794000" y="2568222"/>
            <a:ext cx="841021" cy="42333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Connector 138">
            <a:extLst>
              <a:ext uri="{FF2B5EF4-FFF2-40B4-BE49-F238E27FC236}">
                <a16:creationId xmlns:a16="http://schemas.microsoft.com/office/drawing/2014/main" id="{D8341C47-7E6C-F816-1CCD-0549DB879C9C}"/>
              </a:ext>
            </a:extLst>
          </p:cNvPr>
          <p:cNvCxnSpPr>
            <a:cxnSpLocks/>
            <a:stCxn id="15" idx="6"/>
            <a:endCxn id="17" idx="2"/>
          </p:cNvCxnSpPr>
          <p:nvPr/>
        </p:nvCxnSpPr>
        <p:spPr>
          <a:xfrm flipV="1">
            <a:off x="2794000" y="2568222"/>
            <a:ext cx="841021" cy="84666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9" name="Oval 228">
            <a:extLst>
              <a:ext uri="{FF2B5EF4-FFF2-40B4-BE49-F238E27FC236}">
                <a16:creationId xmlns:a16="http://schemas.microsoft.com/office/drawing/2014/main" id="{0F590369-237C-88E5-23A8-F7CA33DAC8DE}"/>
              </a:ext>
            </a:extLst>
          </p:cNvPr>
          <p:cNvSpPr/>
          <p:nvPr/>
        </p:nvSpPr>
        <p:spPr>
          <a:xfrm flipH="1">
            <a:off x="5926664" y="1591733"/>
            <a:ext cx="259645" cy="259645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0" name="Oval 229">
            <a:extLst>
              <a:ext uri="{FF2B5EF4-FFF2-40B4-BE49-F238E27FC236}">
                <a16:creationId xmlns:a16="http://schemas.microsoft.com/office/drawing/2014/main" id="{9277CFC3-55F3-4DE2-6838-19A734FA4541}"/>
              </a:ext>
            </a:extLst>
          </p:cNvPr>
          <p:cNvSpPr/>
          <p:nvPr/>
        </p:nvSpPr>
        <p:spPr>
          <a:xfrm flipH="1">
            <a:off x="5926664" y="2015066"/>
            <a:ext cx="259645" cy="259645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1" name="Oval 230">
            <a:extLst>
              <a:ext uri="{FF2B5EF4-FFF2-40B4-BE49-F238E27FC236}">
                <a16:creationId xmlns:a16="http://schemas.microsoft.com/office/drawing/2014/main" id="{5902D8CA-D674-6F82-42C9-8272DCB746A9}"/>
              </a:ext>
            </a:extLst>
          </p:cNvPr>
          <p:cNvSpPr/>
          <p:nvPr/>
        </p:nvSpPr>
        <p:spPr>
          <a:xfrm flipH="1">
            <a:off x="5926665" y="2438399"/>
            <a:ext cx="259645" cy="259645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2" name="Oval 231">
            <a:extLst>
              <a:ext uri="{FF2B5EF4-FFF2-40B4-BE49-F238E27FC236}">
                <a16:creationId xmlns:a16="http://schemas.microsoft.com/office/drawing/2014/main" id="{3BF431D4-671B-6B38-5882-CFF0E72AFEFA}"/>
              </a:ext>
            </a:extLst>
          </p:cNvPr>
          <p:cNvSpPr/>
          <p:nvPr/>
        </p:nvSpPr>
        <p:spPr>
          <a:xfrm flipH="1">
            <a:off x="5926665" y="2861732"/>
            <a:ext cx="259645" cy="259645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3" name="Oval 232">
            <a:extLst>
              <a:ext uri="{FF2B5EF4-FFF2-40B4-BE49-F238E27FC236}">
                <a16:creationId xmlns:a16="http://schemas.microsoft.com/office/drawing/2014/main" id="{8E810F14-CAE5-801A-E724-D2DE9BAC85C2}"/>
              </a:ext>
            </a:extLst>
          </p:cNvPr>
          <p:cNvSpPr/>
          <p:nvPr/>
        </p:nvSpPr>
        <p:spPr>
          <a:xfrm flipH="1">
            <a:off x="4735686" y="1168400"/>
            <a:ext cx="259645" cy="259645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4" name="Oval 233">
            <a:extLst>
              <a:ext uri="{FF2B5EF4-FFF2-40B4-BE49-F238E27FC236}">
                <a16:creationId xmlns:a16="http://schemas.microsoft.com/office/drawing/2014/main" id="{2C60AD51-BE9F-32A7-BAC5-DF1CFD34EE08}"/>
              </a:ext>
            </a:extLst>
          </p:cNvPr>
          <p:cNvSpPr/>
          <p:nvPr/>
        </p:nvSpPr>
        <p:spPr>
          <a:xfrm flipH="1">
            <a:off x="4735686" y="1591733"/>
            <a:ext cx="259645" cy="259645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5" name="Oval 234">
            <a:extLst>
              <a:ext uri="{FF2B5EF4-FFF2-40B4-BE49-F238E27FC236}">
                <a16:creationId xmlns:a16="http://schemas.microsoft.com/office/drawing/2014/main" id="{5CC1CB09-2386-3F8C-AA03-CE195503C1C3}"/>
              </a:ext>
            </a:extLst>
          </p:cNvPr>
          <p:cNvSpPr/>
          <p:nvPr/>
        </p:nvSpPr>
        <p:spPr>
          <a:xfrm flipH="1">
            <a:off x="4735687" y="2015066"/>
            <a:ext cx="259645" cy="259645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6" name="Oval 235">
            <a:extLst>
              <a:ext uri="{FF2B5EF4-FFF2-40B4-BE49-F238E27FC236}">
                <a16:creationId xmlns:a16="http://schemas.microsoft.com/office/drawing/2014/main" id="{278EADB0-F76D-3E77-E4A9-FD34EA390412}"/>
              </a:ext>
            </a:extLst>
          </p:cNvPr>
          <p:cNvSpPr/>
          <p:nvPr/>
        </p:nvSpPr>
        <p:spPr>
          <a:xfrm flipH="1">
            <a:off x="4735687" y="2438399"/>
            <a:ext cx="259645" cy="259645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7" name="Oval 236">
            <a:extLst>
              <a:ext uri="{FF2B5EF4-FFF2-40B4-BE49-F238E27FC236}">
                <a16:creationId xmlns:a16="http://schemas.microsoft.com/office/drawing/2014/main" id="{2CB7823F-AB27-825F-C307-A61AD08402C8}"/>
              </a:ext>
            </a:extLst>
          </p:cNvPr>
          <p:cNvSpPr/>
          <p:nvPr/>
        </p:nvSpPr>
        <p:spPr>
          <a:xfrm flipH="1">
            <a:off x="4735687" y="2861732"/>
            <a:ext cx="259645" cy="259645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8" name="Oval 237">
            <a:extLst>
              <a:ext uri="{FF2B5EF4-FFF2-40B4-BE49-F238E27FC236}">
                <a16:creationId xmlns:a16="http://schemas.microsoft.com/office/drawing/2014/main" id="{226FA407-96B7-C86A-A783-47F282EF8F33}"/>
              </a:ext>
            </a:extLst>
          </p:cNvPr>
          <p:cNvSpPr/>
          <p:nvPr/>
        </p:nvSpPr>
        <p:spPr>
          <a:xfrm flipH="1">
            <a:off x="4735687" y="3285065"/>
            <a:ext cx="259645" cy="259645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41" name="Straight Connector 240">
            <a:extLst>
              <a:ext uri="{FF2B5EF4-FFF2-40B4-BE49-F238E27FC236}">
                <a16:creationId xmlns:a16="http://schemas.microsoft.com/office/drawing/2014/main" id="{5E894ECF-544D-0899-EE3D-3713DBC03176}"/>
              </a:ext>
            </a:extLst>
          </p:cNvPr>
          <p:cNvCxnSpPr>
            <a:cxnSpLocks/>
            <a:stCxn id="229" idx="6"/>
            <a:endCxn id="233" idx="2"/>
          </p:cNvCxnSpPr>
          <p:nvPr/>
        </p:nvCxnSpPr>
        <p:spPr>
          <a:xfrm flipH="1" flipV="1">
            <a:off x="4995331" y="1298223"/>
            <a:ext cx="931333" cy="42333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2" name="Straight Connector 241">
            <a:extLst>
              <a:ext uri="{FF2B5EF4-FFF2-40B4-BE49-F238E27FC236}">
                <a16:creationId xmlns:a16="http://schemas.microsoft.com/office/drawing/2014/main" id="{FCCBB346-B9C9-B79B-4385-4BFAA06B7827}"/>
              </a:ext>
            </a:extLst>
          </p:cNvPr>
          <p:cNvCxnSpPr>
            <a:cxnSpLocks/>
            <a:stCxn id="229" idx="6"/>
            <a:endCxn id="234" idx="2"/>
          </p:cNvCxnSpPr>
          <p:nvPr/>
        </p:nvCxnSpPr>
        <p:spPr>
          <a:xfrm flipH="1">
            <a:off x="4995331" y="1721556"/>
            <a:ext cx="931333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3" name="Straight Connector 242">
            <a:extLst>
              <a:ext uri="{FF2B5EF4-FFF2-40B4-BE49-F238E27FC236}">
                <a16:creationId xmlns:a16="http://schemas.microsoft.com/office/drawing/2014/main" id="{6B87A3F8-DFE4-56B6-A117-DEFB3DF4E091}"/>
              </a:ext>
            </a:extLst>
          </p:cNvPr>
          <p:cNvCxnSpPr>
            <a:cxnSpLocks/>
            <a:stCxn id="229" idx="6"/>
            <a:endCxn id="235" idx="2"/>
          </p:cNvCxnSpPr>
          <p:nvPr/>
        </p:nvCxnSpPr>
        <p:spPr>
          <a:xfrm flipH="1">
            <a:off x="4995332" y="1721556"/>
            <a:ext cx="931332" cy="42333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4" name="Straight Connector 243">
            <a:extLst>
              <a:ext uri="{FF2B5EF4-FFF2-40B4-BE49-F238E27FC236}">
                <a16:creationId xmlns:a16="http://schemas.microsoft.com/office/drawing/2014/main" id="{26037E97-D7DD-E84B-B59F-8E110008E970}"/>
              </a:ext>
            </a:extLst>
          </p:cNvPr>
          <p:cNvCxnSpPr>
            <a:cxnSpLocks/>
            <a:stCxn id="229" idx="6"/>
            <a:endCxn id="236" idx="2"/>
          </p:cNvCxnSpPr>
          <p:nvPr/>
        </p:nvCxnSpPr>
        <p:spPr>
          <a:xfrm flipH="1">
            <a:off x="4995332" y="1721556"/>
            <a:ext cx="931332" cy="84666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5" name="Straight Connector 244">
            <a:extLst>
              <a:ext uri="{FF2B5EF4-FFF2-40B4-BE49-F238E27FC236}">
                <a16:creationId xmlns:a16="http://schemas.microsoft.com/office/drawing/2014/main" id="{34F49763-D825-DA94-D89A-02D78FF785FC}"/>
              </a:ext>
            </a:extLst>
          </p:cNvPr>
          <p:cNvCxnSpPr>
            <a:cxnSpLocks/>
            <a:stCxn id="229" idx="6"/>
            <a:endCxn id="237" idx="2"/>
          </p:cNvCxnSpPr>
          <p:nvPr/>
        </p:nvCxnSpPr>
        <p:spPr>
          <a:xfrm flipH="1">
            <a:off x="4995332" y="1721556"/>
            <a:ext cx="931332" cy="126999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6" name="Straight Connector 245">
            <a:extLst>
              <a:ext uri="{FF2B5EF4-FFF2-40B4-BE49-F238E27FC236}">
                <a16:creationId xmlns:a16="http://schemas.microsoft.com/office/drawing/2014/main" id="{B56AFB06-02A7-7E3F-F550-D395124A4184}"/>
              </a:ext>
            </a:extLst>
          </p:cNvPr>
          <p:cNvCxnSpPr>
            <a:cxnSpLocks/>
            <a:stCxn id="229" idx="6"/>
            <a:endCxn id="238" idx="2"/>
          </p:cNvCxnSpPr>
          <p:nvPr/>
        </p:nvCxnSpPr>
        <p:spPr>
          <a:xfrm flipH="1">
            <a:off x="4995332" y="1721556"/>
            <a:ext cx="931332" cy="16933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7" name="Straight Connector 246">
            <a:extLst>
              <a:ext uri="{FF2B5EF4-FFF2-40B4-BE49-F238E27FC236}">
                <a16:creationId xmlns:a16="http://schemas.microsoft.com/office/drawing/2014/main" id="{A5940BA4-D5A9-287C-F48F-95FE7EF11E23}"/>
              </a:ext>
            </a:extLst>
          </p:cNvPr>
          <p:cNvCxnSpPr>
            <a:cxnSpLocks/>
            <a:stCxn id="230" idx="6"/>
            <a:endCxn id="233" idx="2"/>
          </p:cNvCxnSpPr>
          <p:nvPr/>
        </p:nvCxnSpPr>
        <p:spPr>
          <a:xfrm flipH="1" flipV="1">
            <a:off x="4995331" y="1298223"/>
            <a:ext cx="931333" cy="84666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8" name="Straight Connector 247">
            <a:extLst>
              <a:ext uri="{FF2B5EF4-FFF2-40B4-BE49-F238E27FC236}">
                <a16:creationId xmlns:a16="http://schemas.microsoft.com/office/drawing/2014/main" id="{FDAA9B56-C906-50D1-0805-4D72A2808DEA}"/>
              </a:ext>
            </a:extLst>
          </p:cNvPr>
          <p:cNvCxnSpPr>
            <a:cxnSpLocks/>
            <a:stCxn id="230" idx="6"/>
            <a:endCxn id="234" idx="2"/>
          </p:cNvCxnSpPr>
          <p:nvPr/>
        </p:nvCxnSpPr>
        <p:spPr>
          <a:xfrm flipH="1" flipV="1">
            <a:off x="4995331" y="1721556"/>
            <a:ext cx="931333" cy="42333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9" name="Straight Connector 248">
            <a:extLst>
              <a:ext uri="{FF2B5EF4-FFF2-40B4-BE49-F238E27FC236}">
                <a16:creationId xmlns:a16="http://schemas.microsoft.com/office/drawing/2014/main" id="{45BB31A8-47FD-E4E9-AB78-54D7CAA2FF32}"/>
              </a:ext>
            </a:extLst>
          </p:cNvPr>
          <p:cNvCxnSpPr>
            <a:cxnSpLocks/>
            <a:stCxn id="230" idx="6"/>
            <a:endCxn id="235" idx="2"/>
          </p:cNvCxnSpPr>
          <p:nvPr/>
        </p:nvCxnSpPr>
        <p:spPr>
          <a:xfrm flipH="1">
            <a:off x="4995332" y="2144889"/>
            <a:ext cx="931332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0" name="Straight Connector 249">
            <a:extLst>
              <a:ext uri="{FF2B5EF4-FFF2-40B4-BE49-F238E27FC236}">
                <a16:creationId xmlns:a16="http://schemas.microsoft.com/office/drawing/2014/main" id="{929A1FE2-2F25-7583-E2D4-38E596E5B5F9}"/>
              </a:ext>
            </a:extLst>
          </p:cNvPr>
          <p:cNvCxnSpPr>
            <a:cxnSpLocks/>
            <a:stCxn id="230" idx="6"/>
            <a:endCxn id="236" idx="2"/>
          </p:cNvCxnSpPr>
          <p:nvPr/>
        </p:nvCxnSpPr>
        <p:spPr>
          <a:xfrm flipH="1">
            <a:off x="4995332" y="2144889"/>
            <a:ext cx="931332" cy="42333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" name="Straight Connector 250">
            <a:extLst>
              <a:ext uri="{FF2B5EF4-FFF2-40B4-BE49-F238E27FC236}">
                <a16:creationId xmlns:a16="http://schemas.microsoft.com/office/drawing/2014/main" id="{11C4951A-ECB1-8138-2465-FC15BEB2FD7D}"/>
              </a:ext>
            </a:extLst>
          </p:cNvPr>
          <p:cNvCxnSpPr>
            <a:cxnSpLocks/>
            <a:stCxn id="230" idx="6"/>
            <a:endCxn id="237" idx="2"/>
          </p:cNvCxnSpPr>
          <p:nvPr/>
        </p:nvCxnSpPr>
        <p:spPr>
          <a:xfrm flipH="1">
            <a:off x="4995332" y="2144889"/>
            <a:ext cx="931332" cy="84666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2" name="Straight Connector 251">
            <a:extLst>
              <a:ext uri="{FF2B5EF4-FFF2-40B4-BE49-F238E27FC236}">
                <a16:creationId xmlns:a16="http://schemas.microsoft.com/office/drawing/2014/main" id="{AEDD0FE8-F519-7283-0665-F702AAD17E17}"/>
              </a:ext>
            </a:extLst>
          </p:cNvPr>
          <p:cNvCxnSpPr>
            <a:cxnSpLocks/>
            <a:stCxn id="230" idx="6"/>
            <a:endCxn id="238" idx="2"/>
          </p:cNvCxnSpPr>
          <p:nvPr/>
        </p:nvCxnSpPr>
        <p:spPr>
          <a:xfrm flipH="1">
            <a:off x="4995332" y="2144889"/>
            <a:ext cx="931332" cy="126999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Straight Connector 252">
            <a:extLst>
              <a:ext uri="{FF2B5EF4-FFF2-40B4-BE49-F238E27FC236}">
                <a16:creationId xmlns:a16="http://schemas.microsoft.com/office/drawing/2014/main" id="{CAD49DE6-48E5-1D48-D18E-2A1EC9BCFFD9}"/>
              </a:ext>
            </a:extLst>
          </p:cNvPr>
          <p:cNvCxnSpPr>
            <a:cxnSpLocks/>
            <a:stCxn id="231" idx="6"/>
            <a:endCxn id="233" idx="2"/>
          </p:cNvCxnSpPr>
          <p:nvPr/>
        </p:nvCxnSpPr>
        <p:spPr>
          <a:xfrm flipH="1" flipV="1">
            <a:off x="4995331" y="1298223"/>
            <a:ext cx="931334" cy="126999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Straight Connector 253">
            <a:extLst>
              <a:ext uri="{FF2B5EF4-FFF2-40B4-BE49-F238E27FC236}">
                <a16:creationId xmlns:a16="http://schemas.microsoft.com/office/drawing/2014/main" id="{1E8019BE-8817-0C19-74C2-1A5AB61B62A1}"/>
              </a:ext>
            </a:extLst>
          </p:cNvPr>
          <p:cNvCxnSpPr>
            <a:cxnSpLocks/>
            <a:stCxn id="231" idx="6"/>
            <a:endCxn id="234" idx="2"/>
          </p:cNvCxnSpPr>
          <p:nvPr/>
        </p:nvCxnSpPr>
        <p:spPr>
          <a:xfrm flipH="1" flipV="1">
            <a:off x="4995331" y="1721556"/>
            <a:ext cx="931334" cy="84666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Straight Connector 254">
            <a:extLst>
              <a:ext uri="{FF2B5EF4-FFF2-40B4-BE49-F238E27FC236}">
                <a16:creationId xmlns:a16="http://schemas.microsoft.com/office/drawing/2014/main" id="{7AB5341E-A7B7-C453-1FF1-D92DE39C6118}"/>
              </a:ext>
            </a:extLst>
          </p:cNvPr>
          <p:cNvCxnSpPr>
            <a:cxnSpLocks/>
            <a:stCxn id="231" idx="6"/>
            <a:endCxn id="235" idx="2"/>
          </p:cNvCxnSpPr>
          <p:nvPr/>
        </p:nvCxnSpPr>
        <p:spPr>
          <a:xfrm flipH="1" flipV="1">
            <a:off x="4995332" y="2144889"/>
            <a:ext cx="931333" cy="42333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6" name="Straight Connector 255">
            <a:extLst>
              <a:ext uri="{FF2B5EF4-FFF2-40B4-BE49-F238E27FC236}">
                <a16:creationId xmlns:a16="http://schemas.microsoft.com/office/drawing/2014/main" id="{15ED078F-DE7B-83F3-02EB-BF2E1CA1AEB5}"/>
              </a:ext>
            </a:extLst>
          </p:cNvPr>
          <p:cNvCxnSpPr>
            <a:cxnSpLocks/>
            <a:stCxn id="231" idx="6"/>
            <a:endCxn id="236" idx="2"/>
          </p:cNvCxnSpPr>
          <p:nvPr/>
        </p:nvCxnSpPr>
        <p:spPr>
          <a:xfrm flipH="1">
            <a:off x="4995332" y="2568222"/>
            <a:ext cx="931333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7" name="Straight Connector 256">
            <a:extLst>
              <a:ext uri="{FF2B5EF4-FFF2-40B4-BE49-F238E27FC236}">
                <a16:creationId xmlns:a16="http://schemas.microsoft.com/office/drawing/2014/main" id="{C4809784-5422-12ED-4527-7725F49E0A2C}"/>
              </a:ext>
            </a:extLst>
          </p:cNvPr>
          <p:cNvCxnSpPr>
            <a:cxnSpLocks/>
            <a:stCxn id="231" idx="6"/>
            <a:endCxn id="237" idx="2"/>
          </p:cNvCxnSpPr>
          <p:nvPr/>
        </p:nvCxnSpPr>
        <p:spPr>
          <a:xfrm flipH="1">
            <a:off x="4995332" y="2568222"/>
            <a:ext cx="931333" cy="42333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8" name="Straight Connector 257">
            <a:extLst>
              <a:ext uri="{FF2B5EF4-FFF2-40B4-BE49-F238E27FC236}">
                <a16:creationId xmlns:a16="http://schemas.microsoft.com/office/drawing/2014/main" id="{1FC18353-51C3-600E-EC27-F8985725CF04}"/>
              </a:ext>
            </a:extLst>
          </p:cNvPr>
          <p:cNvCxnSpPr>
            <a:cxnSpLocks/>
            <a:stCxn id="231" idx="6"/>
            <a:endCxn id="238" idx="2"/>
          </p:cNvCxnSpPr>
          <p:nvPr/>
        </p:nvCxnSpPr>
        <p:spPr>
          <a:xfrm flipH="1">
            <a:off x="4995332" y="2568222"/>
            <a:ext cx="931333" cy="84666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9" name="Straight Connector 258">
            <a:extLst>
              <a:ext uri="{FF2B5EF4-FFF2-40B4-BE49-F238E27FC236}">
                <a16:creationId xmlns:a16="http://schemas.microsoft.com/office/drawing/2014/main" id="{83C6BB2D-60A0-35DC-6B76-FA04F3561DBF}"/>
              </a:ext>
            </a:extLst>
          </p:cNvPr>
          <p:cNvCxnSpPr>
            <a:cxnSpLocks/>
            <a:stCxn id="232" idx="6"/>
            <a:endCxn id="233" idx="2"/>
          </p:cNvCxnSpPr>
          <p:nvPr/>
        </p:nvCxnSpPr>
        <p:spPr>
          <a:xfrm flipH="1" flipV="1">
            <a:off x="4995331" y="1298223"/>
            <a:ext cx="931334" cy="16933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Straight Connector 259">
            <a:extLst>
              <a:ext uri="{FF2B5EF4-FFF2-40B4-BE49-F238E27FC236}">
                <a16:creationId xmlns:a16="http://schemas.microsoft.com/office/drawing/2014/main" id="{49CA720F-C076-462F-5FD4-687415A0CA94}"/>
              </a:ext>
            </a:extLst>
          </p:cNvPr>
          <p:cNvCxnSpPr>
            <a:cxnSpLocks/>
            <a:stCxn id="232" idx="6"/>
            <a:endCxn id="234" idx="2"/>
          </p:cNvCxnSpPr>
          <p:nvPr/>
        </p:nvCxnSpPr>
        <p:spPr>
          <a:xfrm flipH="1" flipV="1">
            <a:off x="4995331" y="1721556"/>
            <a:ext cx="931334" cy="126999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1" name="Straight Connector 260">
            <a:extLst>
              <a:ext uri="{FF2B5EF4-FFF2-40B4-BE49-F238E27FC236}">
                <a16:creationId xmlns:a16="http://schemas.microsoft.com/office/drawing/2014/main" id="{FA2E5F0F-212A-6454-8C9B-DBD0F7804D6A}"/>
              </a:ext>
            </a:extLst>
          </p:cNvPr>
          <p:cNvCxnSpPr>
            <a:cxnSpLocks/>
            <a:stCxn id="232" idx="6"/>
            <a:endCxn id="235" idx="2"/>
          </p:cNvCxnSpPr>
          <p:nvPr/>
        </p:nvCxnSpPr>
        <p:spPr>
          <a:xfrm flipH="1" flipV="1">
            <a:off x="4995332" y="2144889"/>
            <a:ext cx="931333" cy="84666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2" name="Straight Connector 261">
            <a:extLst>
              <a:ext uri="{FF2B5EF4-FFF2-40B4-BE49-F238E27FC236}">
                <a16:creationId xmlns:a16="http://schemas.microsoft.com/office/drawing/2014/main" id="{6BC4A283-5492-33F4-6954-90E06D85B6B4}"/>
              </a:ext>
            </a:extLst>
          </p:cNvPr>
          <p:cNvCxnSpPr>
            <a:cxnSpLocks/>
            <a:stCxn id="232" idx="6"/>
            <a:endCxn id="236" idx="2"/>
          </p:cNvCxnSpPr>
          <p:nvPr/>
        </p:nvCxnSpPr>
        <p:spPr>
          <a:xfrm flipH="1" flipV="1">
            <a:off x="4995332" y="2568222"/>
            <a:ext cx="931333" cy="42333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3" name="Straight Connector 262">
            <a:extLst>
              <a:ext uri="{FF2B5EF4-FFF2-40B4-BE49-F238E27FC236}">
                <a16:creationId xmlns:a16="http://schemas.microsoft.com/office/drawing/2014/main" id="{6FE0D27D-0631-92D6-0C38-B221B63EB39B}"/>
              </a:ext>
            </a:extLst>
          </p:cNvPr>
          <p:cNvCxnSpPr>
            <a:cxnSpLocks/>
            <a:stCxn id="232" idx="6"/>
            <a:endCxn id="237" idx="2"/>
          </p:cNvCxnSpPr>
          <p:nvPr/>
        </p:nvCxnSpPr>
        <p:spPr>
          <a:xfrm flipH="1">
            <a:off x="4995332" y="2991555"/>
            <a:ext cx="931333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4" name="Straight Connector 263">
            <a:extLst>
              <a:ext uri="{FF2B5EF4-FFF2-40B4-BE49-F238E27FC236}">
                <a16:creationId xmlns:a16="http://schemas.microsoft.com/office/drawing/2014/main" id="{BDFAC1BE-314A-4140-0538-C44FD9FAB170}"/>
              </a:ext>
            </a:extLst>
          </p:cNvPr>
          <p:cNvCxnSpPr>
            <a:cxnSpLocks/>
            <a:stCxn id="232" idx="6"/>
            <a:endCxn id="238" idx="2"/>
          </p:cNvCxnSpPr>
          <p:nvPr/>
        </p:nvCxnSpPr>
        <p:spPr>
          <a:xfrm flipH="1">
            <a:off x="4995332" y="2991555"/>
            <a:ext cx="931333" cy="42333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5" name="Straight Connector 264">
            <a:extLst>
              <a:ext uri="{FF2B5EF4-FFF2-40B4-BE49-F238E27FC236}">
                <a16:creationId xmlns:a16="http://schemas.microsoft.com/office/drawing/2014/main" id="{A8A3E9B7-4E24-6446-7E51-5F073B52E222}"/>
              </a:ext>
            </a:extLst>
          </p:cNvPr>
          <p:cNvCxnSpPr>
            <a:cxnSpLocks/>
            <a:stCxn id="233" idx="6"/>
            <a:endCxn id="16" idx="6"/>
          </p:cNvCxnSpPr>
          <p:nvPr/>
        </p:nvCxnSpPr>
        <p:spPr>
          <a:xfrm flipH="1">
            <a:off x="3894666" y="1298223"/>
            <a:ext cx="841020" cy="84666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6" name="Straight Connector 265">
            <a:extLst>
              <a:ext uri="{FF2B5EF4-FFF2-40B4-BE49-F238E27FC236}">
                <a16:creationId xmlns:a16="http://schemas.microsoft.com/office/drawing/2014/main" id="{5BE6EAC7-9756-1DB3-D64B-23B3BC171536}"/>
              </a:ext>
            </a:extLst>
          </p:cNvPr>
          <p:cNvCxnSpPr>
            <a:cxnSpLocks/>
            <a:stCxn id="234" idx="6"/>
            <a:endCxn id="16" idx="6"/>
          </p:cNvCxnSpPr>
          <p:nvPr/>
        </p:nvCxnSpPr>
        <p:spPr>
          <a:xfrm flipH="1">
            <a:off x="3894666" y="1721556"/>
            <a:ext cx="841020" cy="42333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Straight Connector 266">
            <a:extLst>
              <a:ext uri="{FF2B5EF4-FFF2-40B4-BE49-F238E27FC236}">
                <a16:creationId xmlns:a16="http://schemas.microsoft.com/office/drawing/2014/main" id="{5EBDAEC2-DB11-C067-00D0-0ED9C42D1E7B}"/>
              </a:ext>
            </a:extLst>
          </p:cNvPr>
          <p:cNvCxnSpPr>
            <a:cxnSpLocks/>
            <a:stCxn id="235" idx="6"/>
            <a:endCxn id="16" idx="6"/>
          </p:cNvCxnSpPr>
          <p:nvPr/>
        </p:nvCxnSpPr>
        <p:spPr>
          <a:xfrm flipH="1">
            <a:off x="3894666" y="2144889"/>
            <a:ext cx="84102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8" name="Straight Connector 267">
            <a:extLst>
              <a:ext uri="{FF2B5EF4-FFF2-40B4-BE49-F238E27FC236}">
                <a16:creationId xmlns:a16="http://schemas.microsoft.com/office/drawing/2014/main" id="{7E7EF25B-A094-A0A0-F4D2-733C292FDA5E}"/>
              </a:ext>
            </a:extLst>
          </p:cNvPr>
          <p:cNvCxnSpPr>
            <a:cxnSpLocks/>
            <a:stCxn id="236" idx="6"/>
            <a:endCxn id="16" idx="6"/>
          </p:cNvCxnSpPr>
          <p:nvPr/>
        </p:nvCxnSpPr>
        <p:spPr>
          <a:xfrm flipH="1" flipV="1">
            <a:off x="3894666" y="2144889"/>
            <a:ext cx="841021" cy="42333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9" name="Straight Connector 268">
            <a:extLst>
              <a:ext uri="{FF2B5EF4-FFF2-40B4-BE49-F238E27FC236}">
                <a16:creationId xmlns:a16="http://schemas.microsoft.com/office/drawing/2014/main" id="{13FF6487-845B-79BE-3B7F-23835870252A}"/>
              </a:ext>
            </a:extLst>
          </p:cNvPr>
          <p:cNvCxnSpPr>
            <a:cxnSpLocks/>
            <a:stCxn id="237" idx="6"/>
            <a:endCxn id="16" idx="6"/>
          </p:cNvCxnSpPr>
          <p:nvPr/>
        </p:nvCxnSpPr>
        <p:spPr>
          <a:xfrm flipH="1" flipV="1">
            <a:off x="3894666" y="2144889"/>
            <a:ext cx="841021" cy="84666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0" name="Straight Connector 269">
            <a:extLst>
              <a:ext uri="{FF2B5EF4-FFF2-40B4-BE49-F238E27FC236}">
                <a16:creationId xmlns:a16="http://schemas.microsoft.com/office/drawing/2014/main" id="{01BA712F-E419-6149-3D53-195FC464D165}"/>
              </a:ext>
            </a:extLst>
          </p:cNvPr>
          <p:cNvCxnSpPr>
            <a:cxnSpLocks/>
            <a:stCxn id="238" idx="6"/>
            <a:endCxn id="16" idx="6"/>
          </p:cNvCxnSpPr>
          <p:nvPr/>
        </p:nvCxnSpPr>
        <p:spPr>
          <a:xfrm flipH="1" flipV="1">
            <a:off x="3894666" y="2144889"/>
            <a:ext cx="841021" cy="126999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1" name="Straight Connector 270">
            <a:extLst>
              <a:ext uri="{FF2B5EF4-FFF2-40B4-BE49-F238E27FC236}">
                <a16:creationId xmlns:a16="http://schemas.microsoft.com/office/drawing/2014/main" id="{422E34EA-FD42-61DA-C73E-7743C3976D03}"/>
              </a:ext>
            </a:extLst>
          </p:cNvPr>
          <p:cNvCxnSpPr>
            <a:cxnSpLocks/>
            <a:stCxn id="233" idx="6"/>
            <a:endCxn id="17" idx="6"/>
          </p:cNvCxnSpPr>
          <p:nvPr/>
        </p:nvCxnSpPr>
        <p:spPr>
          <a:xfrm flipH="1">
            <a:off x="3894666" y="1298223"/>
            <a:ext cx="841020" cy="126999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Straight Connector 271">
            <a:extLst>
              <a:ext uri="{FF2B5EF4-FFF2-40B4-BE49-F238E27FC236}">
                <a16:creationId xmlns:a16="http://schemas.microsoft.com/office/drawing/2014/main" id="{F9A9FA2D-131D-C59A-ECC3-5C4FC821914F}"/>
              </a:ext>
            </a:extLst>
          </p:cNvPr>
          <p:cNvCxnSpPr>
            <a:cxnSpLocks/>
            <a:stCxn id="234" idx="6"/>
            <a:endCxn id="17" idx="6"/>
          </p:cNvCxnSpPr>
          <p:nvPr/>
        </p:nvCxnSpPr>
        <p:spPr>
          <a:xfrm flipH="1">
            <a:off x="3894666" y="1721556"/>
            <a:ext cx="841020" cy="84666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3" name="Straight Connector 272">
            <a:extLst>
              <a:ext uri="{FF2B5EF4-FFF2-40B4-BE49-F238E27FC236}">
                <a16:creationId xmlns:a16="http://schemas.microsoft.com/office/drawing/2014/main" id="{57CAEB6F-C8AB-49AB-7A96-0C915AFF8349}"/>
              </a:ext>
            </a:extLst>
          </p:cNvPr>
          <p:cNvCxnSpPr>
            <a:cxnSpLocks/>
            <a:stCxn id="235" idx="6"/>
            <a:endCxn id="17" idx="6"/>
          </p:cNvCxnSpPr>
          <p:nvPr/>
        </p:nvCxnSpPr>
        <p:spPr>
          <a:xfrm flipH="1">
            <a:off x="3894666" y="2144889"/>
            <a:ext cx="841021" cy="42333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4" name="Straight Connector 273">
            <a:extLst>
              <a:ext uri="{FF2B5EF4-FFF2-40B4-BE49-F238E27FC236}">
                <a16:creationId xmlns:a16="http://schemas.microsoft.com/office/drawing/2014/main" id="{2C9809BC-4448-3DFF-1705-17515AC770C1}"/>
              </a:ext>
            </a:extLst>
          </p:cNvPr>
          <p:cNvCxnSpPr>
            <a:cxnSpLocks/>
            <a:stCxn id="236" idx="6"/>
            <a:endCxn id="17" idx="6"/>
          </p:cNvCxnSpPr>
          <p:nvPr/>
        </p:nvCxnSpPr>
        <p:spPr>
          <a:xfrm flipH="1">
            <a:off x="3894666" y="2568222"/>
            <a:ext cx="84102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Straight Connector 274">
            <a:extLst>
              <a:ext uri="{FF2B5EF4-FFF2-40B4-BE49-F238E27FC236}">
                <a16:creationId xmlns:a16="http://schemas.microsoft.com/office/drawing/2014/main" id="{1EBEA499-52B7-D1A7-B7F9-44B73BF12A58}"/>
              </a:ext>
            </a:extLst>
          </p:cNvPr>
          <p:cNvCxnSpPr>
            <a:cxnSpLocks/>
            <a:stCxn id="237" idx="6"/>
            <a:endCxn id="17" idx="6"/>
          </p:cNvCxnSpPr>
          <p:nvPr/>
        </p:nvCxnSpPr>
        <p:spPr>
          <a:xfrm flipH="1" flipV="1">
            <a:off x="3894666" y="2568222"/>
            <a:ext cx="841021" cy="42333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6" name="Straight Connector 275">
            <a:extLst>
              <a:ext uri="{FF2B5EF4-FFF2-40B4-BE49-F238E27FC236}">
                <a16:creationId xmlns:a16="http://schemas.microsoft.com/office/drawing/2014/main" id="{98C83BA2-C34B-8DC0-2097-B5D371CC92E9}"/>
              </a:ext>
            </a:extLst>
          </p:cNvPr>
          <p:cNvCxnSpPr>
            <a:cxnSpLocks/>
            <a:stCxn id="238" idx="6"/>
            <a:endCxn id="17" idx="6"/>
          </p:cNvCxnSpPr>
          <p:nvPr/>
        </p:nvCxnSpPr>
        <p:spPr>
          <a:xfrm flipH="1" flipV="1">
            <a:off x="3894666" y="2568222"/>
            <a:ext cx="841021" cy="84666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89" name="TextBox 288">
                <a:extLst>
                  <a:ext uri="{FF2B5EF4-FFF2-40B4-BE49-F238E27FC236}">
                    <a16:creationId xmlns:a16="http://schemas.microsoft.com/office/drawing/2014/main" id="{7BE37D87-6137-2405-F378-3D971F84BB32}"/>
                  </a:ext>
                </a:extLst>
              </p:cNvPr>
              <p:cNvSpPr txBox="1"/>
              <p:nvPr/>
            </p:nvSpPr>
            <p:spPr>
              <a:xfrm>
                <a:off x="1347797" y="3558084"/>
                <a:ext cx="196913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2000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289" name="TextBox 288">
                <a:extLst>
                  <a:ext uri="{FF2B5EF4-FFF2-40B4-BE49-F238E27FC236}">
                    <a16:creationId xmlns:a16="http://schemas.microsoft.com/office/drawing/2014/main" id="{7BE37D87-6137-2405-F378-3D971F84BB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47797" y="3558084"/>
                <a:ext cx="196913" cy="307777"/>
              </a:xfrm>
              <a:prstGeom prst="rect">
                <a:avLst/>
              </a:prstGeom>
              <a:blipFill>
                <a:blip r:embed="rId2"/>
                <a:stretch>
                  <a:fillRect l="-37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90" name="TextBox 289">
                <a:extLst>
                  <a:ext uri="{FF2B5EF4-FFF2-40B4-BE49-F238E27FC236}">
                    <a16:creationId xmlns:a16="http://schemas.microsoft.com/office/drawing/2014/main" id="{688AB584-534A-A7FF-D45B-CCD802C22A23}"/>
                  </a:ext>
                </a:extLst>
              </p:cNvPr>
              <p:cNvSpPr txBox="1"/>
              <p:nvPr/>
            </p:nvSpPr>
            <p:spPr>
              <a:xfrm>
                <a:off x="3729013" y="3558084"/>
                <a:ext cx="180690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2000" b="0" i="1" smtClean="0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290" name="TextBox 289">
                <a:extLst>
                  <a:ext uri="{FF2B5EF4-FFF2-40B4-BE49-F238E27FC236}">
                    <a16:creationId xmlns:a16="http://schemas.microsoft.com/office/drawing/2014/main" id="{688AB584-534A-A7FF-D45B-CCD802C22A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29013" y="3558084"/>
                <a:ext cx="180690" cy="307777"/>
              </a:xfrm>
              <a:prstGeom prst="rect">
                <a:avLst/>
              </a:prstGeom>
              <a:blipFill>
                <a:blip r:embed="rId3"/>
                <a:stretch>
                  <a:fillRect l="-33333" r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91" name="TextBox 290">
                <a:extLst>
                  <a:ext uri="{FF2B5EF4-FFF2-40B4-BE49-F238E27FC236}">
                    <a16:creationId xmlns:a16="http://schemas.microsoft.com/office/drawing/2014/main" id="{8CE69B60-8B5B-3295-625B-7FE6DB4B1493}"/>
                  </a:ext>
                </a:extLst>
              </p:cNvPr>
              <p:cNvSpPr txBox="1"/>
              <p:nvPr/>
            </p:nvSpPr>
            <p:spPr>
              <a:xfrm>
                <a:off x="5939742" y="3558084"/>
                <a:ext cx="254877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000" b="0" i="1" smtClean="0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291" name="TextBox 290">
                <a:extLst>
                  <a:ext uri="{FF2B5EF4-FFF2-40B4-BE49-F238E27FC236}">
                    <a16:creationId xmlns:a16="http://schemas.microsoft.com/office/drawing/2014/main" id="{8CE69B60-8B5B-3295-625B-7FE6DB4B14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9742" y="3558084"/>
                <a:ext cx="254877" cy="307777"/>
              </a:xfrm>
              <a:prstGeom prst="rect">
                <a:avLst/>
              </a:prstGeom>
              <a:blipFill>
                <a:blip r:embed="rId4"/>
                <a:stretch>
                  <a:fillRect l="-38095" r="-19048" b="-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3" name="Straight Arrow Connector 292">
            <a:extLst>
              <a:ext uri="{FF2B5EF4-FFF2-40B4-BE49-F238E27FC236}">
                <a16:creationId xmlns:a16="http://schemas.microsoft.com/office/drawing/2014/main" id="{171A6590-F2B4-5B42-3923-5494DE38ACD1}"/>
              </a:ext>
            </a:extLst>
          </p:cNvPr>
          <p:cNvCxnSpPr/>
          <p:nvPr/>
        </p:nvCxnSpPr>
        <p:spPr>
          <a:xfrm>
            <a:off x="1452852" y="903111"/>
            <a:ext cx="2308678" cy="0"/>
          </a:xfrm>
          <a:prstGeom prst="straightConnector1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94" name="TextBox 293">
                <a:extLst>
                  <a:ext uri="{FF2B5EF4-FFF2-40B4-BE49-F238E27FC236}">
                    <a16:creationId xmlns:a16="http://schemas.microsoft.com/office/drawing/2014/main" id="{B5CCAA18-479A-599F-F76F-6F2E529D2F6B}"/>
                  </a:ext>
                </a:extLst>
              </p:cNvPr>
              <p:cNvSpPr txBox="1"/>
              <p:nvPr/>
            </p:nvSpPr>
            <p:spPr>
              <a:xfrm>
                <a:off x="2571094" y="539955"/>
                <a:ext cx="201465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b="0" i="1" smtClean="0">
                          <a:latin typeface="Cambria Math" panose="02040503050406030204" pitchFamily="18" charset="0"/>
                        </a:rPr>
                        <m:t>𝑓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294" name="TextBox 293">
                <a:extLst>
                  <a:ext uri="{FF2B5EF4-FFF2-40B4-BE49-F238E27FC236}">
                    <a16:creationId xmlns:a16="http://schemas.microsoft.com/office/drawing/2014/main" id="{B5CCAA18-479A-599F-F76F-6F2E529D2F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71094" y="539955"/>
                <a:ext cx="201465" cy="307777"/>
              </a:xfrm>
              <a:prstGeom prst="rect">
                <a:avLst/>
              </a:prstGeom>
              <a:blipFill>
                <a:blip r:embed="rId5"/>
                <a:stretch>
                  <a:fillRect l="-41176" r="-35294" b="-3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5" name="Straight Arrow Connector 294">
            <a:extLst>
              <a:ext uri="{FF2B5EF4-FFF2-40B4-BE49-F238E27FC236}">
                <a16:creationId xmlns:a16="http://schemas.microsoft.com/office/drawing/2014/main" id="{799F430B-82CC-D566-19DF-718D237B4248}"/>
              </a:ext>
            </a:extLst>
          </p:cNvPr>
          <p:cNvCxnSpPr/>
          <p:nvPr/>
        </p:nvCxnSpPr>
        <p:spPr>
          <a:xfrm>
            <a:off x="3787322" y="903111"/>
            <a:ext cx="2308678" cy="0"/>
          </a:xfrm>
          <a:prstGeom prst="straightConnector1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96" name="TextBox 295">
                <a:extLst>
                  <a:ext uri="{FF2B5EF4-FFF2-40B4-BE49-F238E27FC236}">
                    <a16:creationId xmlns:a16="http://schemas.microsoft.com/office/drawing/2014/main" id="{1482C531-077C-D8DD-0FF7-9DFCD2770255}"/>
                  </a:ext>
                </a:extLst>
              </p:cNvPr>
              <p:cNvSpPr txBox="1"/>
              <p:nvPr/>
            </p:nvSpPr>
            <p:spPr>
              <a:xfrm>
                <a:off x="4589475" y="547470"/>
                <a:ext cx="465512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296" name="TextBox 295">
                <a:extLst>
                  <a:ext uri="{FF2B5EF4-FFF2-40B4-BE49-F238E27FC236}">
                    <a16:creationId xmlns:a16="http://schemas.microsoft.com/office/drawing/2014/main" id="{1482C531-077C-D8DD-0FF7-9DFCD27702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89475" y="547470"/>
                <a:ext cx="465512" cy="307777"/>
              </a:xfrm>
              <a:prstGeom prst="rect">
                <a:avLst/>
              </a:prstGeom>
              <a:blipFill>
                <a:blip r:embed="rId6"/>
                <a:stretch>
                  <a:fillRect l="-18919" r="-5405" b="-3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7" name="TextBox 296">
            <a:extLst>
              <a:ext uri="{FF2B5EF4-FFF2-40B4-BE49-F238E27FC236}">
                <a16:creationId xmlns:a16="http://schemas.microsoft.com/office/drawing/2014/main" id="{851445F9-4625-908B-B695-6A687023113A}"/>
              </a:ext>
            </a:extLst>
          </p:cNvPr>
          <p:cNvSpPr txBox="1"/>
          <p:nvPr/>
        </p:nvSpPr>
        <p:spPr>
          <a:xfrm>
            <a:off x="835197" y="3835725"/>
            <a:ext cx="11996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Input data</a:t>
            </a:r>
          </a:p>
        </p:txBody>
      </p:sp>
      <p:sp>
        <p:nvSpPr>
          <p:cNvPr id="298" name="TextBox 297">
            <a:extLst>
              <a:ext uri="{FF2B5EF4-FFF2-40B4-BE49-F238E27FC236}">
                <a16:creationId xmlns:a16="http://schemas.microsoft.com/office/drawing/2014/main" id="{795EF539-85C5-DA16-B3B8-3C0C7CBCEB01}"/>
              </a:ext>
            </a:extLst>
          </p:cNvPr>
          <p:cNvSpPr txBox="1"/>
          <p:nvPr/>
        </p:nvSpPr>
        <p:spPr>
          <a:xfrm>
            <a:off x="2600101" y="3835725"/>
            <a:ext cx="23294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Latent representation</a:t>
            </a:r>
          </a:p>
        </p:txBody>
      </p:sp>
      <p:sp>
        <p:nvSpPr>
          <p:cNvPr id="299" name="TextBox 298">
            <a:extLst>
              <a:ext uri="{FF2B5EF4-FFF2-40B4-BE49-F238E27FC236}">
                <a16:creationId xmlns:a16="http://schemas.microsoft.com/office/drawing/2014/main" id="{8A4BA4AD-28C4-C244-638E-085DA967FB8B}"/>
              </a:ext>
            </a:extLst>
          </p:cNvPr>
          <p:cNvSpPr txBox="1"/>
          <p:nvPr/>
        </p:nvSpPr>
        <p:spPr>
          <a:xfrm>
            <a:off x="5203436" y="3835725"/>
            <a:ext cx="1717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Reconstruction</a:t>
            </a:r>
          </a:p>
        </p:txBody>
      </p:sp>
      <p:sp>
        <p:nvSpPr>
          <p:cNvPr id="300" name="TextBox 299">
            <a:extLst>
              <a:ext uri="{FF2B5EF4-FFF2-40B4-BE49-F238E27FC236}">
                <a16:creationId xmlns:a16="http://schemas.microsoft.com/office/drawing/2014/main" id="{932BB97F-6E9B-1EC6-4FD4-9DCF3D050F1E}"/>
              </a:ext>
            </a:extLst>
          </p:cNvPr>
          <p:cNvSpPr txBox="1"/>
          <p:nvPr/>
        </p:nvSpPr>
        <p:spPr>
          <a:xfrm>
            <a:off x="1393338" y="885037"/>
            <a:ext cx="10166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Encoder</a:t>
            </a:r>
          </a:p>
        </p:txBody>
      </p:sp>
      <p:sp>
        <p:nvSpPr>
          <p:cNvPr id="301" name="TextBox 300">
            <a:extLst>
              <a:ext uri="{FF2B5EF4-FFF2-40B4-BE49-F238E27FC236}">
                <a16:creationId xmlns:a16="http://schemas.microsoft.com/office/drawing/2014/main" id="{CBCC213D-EC55-5652-A680-1BACE43C5783}"/>
              </a:ext>
            </a:extLst>
          </p:cNvPr>
          <p:cNvSpPr txBox="1"/>
          <p:nvPr/>
        </p:nvSpPr>
        <p:spPr>
          <a:xfrm>
            <a:off x="3747907" y="885037"/>
            <a:ext cx="10422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Decoder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04" name="TextBox 303">
                <a:extLst>
                  <a:ext uri="{FF2B5EF4-FFF2-40B4-BE49-F238E27FC236}">
                    <a16:creationId xmlns:a16="http://schemas.microsoft.com/office/drawing/2014/main" id="{31464ECD-89E1-0374-C2B2-055995894121}"/>
                  </a:ext>
                </a:extLst>
              </p:cNvPr>
              <p:cNvSpPr txBox="1"/>
              <p:nvPr/>
            </p:nvSpPr>
            <p:spPr>
              <a:xfrm>
                <a:off x="2435196" y="4207020"/>
                <a:ext cx="271029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GB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  <m:d>
                            <m:dPr>
                              <m:ctrlPr>
                                <a:rPr lang="en-GB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GB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GB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  <m:d>
                                <m:dPr>
                                  <m:ctrlPr>
                                    <a:rPr lang="en-GB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</m:e>
                            <m:sup>
                              <m:r>
                                <a:rPr lang="en-GB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04" name="TextBox 303">
                <a:extLst>
                  <a:ext uri="{FF2B5EF4-FFF2-40B4-BE49-F238E27FC236}">
                    <a16:creationId xmlns:a16="http://schemas.microsoft.com/office/drawing/2014/main" id="{31464ECD-89E1-0374-C2B2-0559958941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35196" y="4207020"/>
                <a:ext cx="2710294" cy="369332"/>
              </a:xfrm>
              <a:prstGeom prst="rect">
                <a:avLst/>
              </a:prstGeom>
              <a:blipFill>
                <a:blip r:embed="rId7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7" name="Bent Arrow 306">
            <a:extLst>
              <a:ext uri="{FF2B5EF4-FFF2-40B4-BE49-F238E27FC236}">
                <a16:creationId xmlns:a16="http://schemas.microsoft.com/office/drawing/2014/main" id="{82D486D9-AEED-17B1-D26D-C457301DA686}"/>
              </a:ext>
            </a:extLst>
          </p:cNvPr>
          <p:cNvSpPr/>
          <p:nvPr/>
        </p:nvSpPr>
        <p:spPr>
          <a:xfrm rot="16200000">
            <a:off x="1755535" y="3865682"/>
            <a:ext cx="656493" cy="1647095"/>
          </a:xfrm>
          <a:prstGeom prst="bentArrow">
            <a:avLst>
              <a:gd name="adj1" fmla="val 11335"/>
              <a:gd name="adj2" fmla="val 16925"/>
              <a:gd name="adj3" fmla="val 25000"/>
              <a:gd name="adj4" fmla="val 43750"/>
            </a:avLst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08" name="Bent Arrow 307">
            <a:extLst>
              <a:ext uri="{FF2B5EF4-FFF2-40B4-BE49-F238E27FC236}">
                <a16:creationId xmlns:a16="http://schemas.microsoft.com/office/drawing/2014/main" id="{54885CA6-F9DF-E0A3-A210-DF5631D07A88}"/>
              </a:ext>
            </a:extLst>
          </p:cNvPr>
          <p:cNvSpPr/>
          <p:nvPr/>
        </p:nvSpPr>
        <p:spPr>
          <a:xfrm rot="5400000" flipH="1">
            <a:off x="5032131" y="3865682"/>
            <a:ext cx="656494" cy="1647095"/>
          </a:xfrm>
          <a:prstGeom prst="bentArrow">
            <a:avLst>
              <a:gd name="adj1" fmla="val 11335"/>
              <a:gd name="adj2" fmla="val 16925"/>
              <a:gd name="adj3" fmla="val 25000"/>
              <a:gd name="adj4" fmla="val 43750"/>
            </a:avLst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09" name="TextBox 308">
                <a:extLst>
                  <a:ext uri="{FF2B5EF4-FFF2-40B4-BE49-F238E27FC236}">
                    <a16:creationId xmlns:a16="http://schemas.microsoft.com/office/drawing/2014/main" id="{74EA6AA0-FD1B-AE8F-5751-7CC948980BDB}"/>
                  </a:ext>
                </a:extLst>
              </p:cNvPr>
              <p:cNvSpPr txBox="1"/>
              <p:nvPr/>
            </p:nvSpPr>
            <p:spPr>
              <a:xfrm>
                <a:off x="1901651" y="4770511"/>
                <a:ext cx="3777381" cy="76944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u="sng" dirty="0"/>
                  <a:t>Training loss</a:t>
                </a:r>
              </a:p>
              <a:p>
                <a:pPr algn="ctr"/>
                <a:endParaRPr lang="en-US" sz="800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ℒ</m:t>
                      </m:r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=|</m:t>
                      </m:r>
                      <m:d>
                        <m:dPr>
                          <m:begChr m:val="|"/>
                          <m:endChr m:val="|"/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GB" b="0" i="0" smtClean="0">
                          <a:latin typeface="Cambria Math" panose="02040503050406030204" pitchFamily="18" charset="0"/>
                        </a:rPr>
                        <m:t>KL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𝑞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), </m:t>
                      </m:r>
                      <m:r>
                        <a:rPr lang="en-GB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GB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  <m:r>
                            <a:rPr lang="en-GB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i="1" dirty="0"/>
              </a:p>
            </p:txBody>
          </p:sp>
        </mc:Choice>
        <mc:Fallback>
          <p:sp>
            <p:nvSpPr>
              <p:cNvPr id="309" name="TextBox 308">
                <a:extLst>
                  <a:ext uri="{FF2B5EF4-FFF2-40B4-BE49-F238E27FC236}">
                    <a16:creationId xmlns:a16="http://schemas.microsoft.com/office/drawing/2014/main" id="{74EA6AA0-FD1B-AE8F-5751-7CC948980B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01651" y="4770511"/>
                <a:ext cx="3777381" cy="769441"/>
              </a:xfrm>
              <a:prstGeom prst="rect">
                <a:avLst/>
              </a:prstGeom>
              <a:blipFill>
                <a:blip r:embed="rId8"/>
                <a:stretch>
                  <a:fillRect t="-3226" b="-64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6528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631</TotalTime>
  <Words>72</Words>
  <Application>Microsoft Macintosh PowerPoint</Application>
  <PresentationFormat>Widescreen</PresentationFormat>
  <Paragraphs>30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Matthew Blackledge</dc:creator>
  <cp:lastModifiedBy>Matthew Blackledge</cp:lastModifiedBy>
  <cp:revision>6</cp:revision>
  <dcterms:created xsi:type="dcterms:W3CDTF">2026-02-09T15:09:34Z</dcterms:created>
  <dcterms:modified xsi:type="dcterms:W3CDTF">2026-02-10T01:41:27Z</dcterms:modified>
</cp:coreProperties>
</file>