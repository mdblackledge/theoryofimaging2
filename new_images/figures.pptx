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5"/>
  </p:normalViewPr>
  <p:slideViewPr>
    <p:cSldViewPr snapToGrid="0">
      <p:cViewPr>
        <p:scale>
          <a:sx n="109" d="100"/>
          <a:sy n="109" d="100"/>
        </p:scale>
        <p:origin x="14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6D316-F873-D868-D487-013B0AE7A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AD8BC-2FDC-7C00-4C62-BDC5BD2C8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F33A0-B641-CAF1-D074-335BD86D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351C-1360-2E49-BEFD-6C75C47AB96A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2B517-0104-9532-3CC5-A6885C18A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EB819-C14E-9DC6-8087-EE48F8917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E5964-06F5-DB40-8B66-F24291501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307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BFB2-C1AB-1121-71AB-866158D9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ABEBC-E998-6564-E8C9-72940226B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D3F36-FA30-FBA7-A7E1-77058D3B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351C-1360-2E49-BEFD-6C75C47AB96A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A774C-F48C-E857-5263-D70DED9A0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8EFC2-C825-A3E0-6AB5-7B475CC71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E5964-06F5-DB40-8B66-F24291501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64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4CA3-C58F-9BB4-D8AE-2AA81885C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9FC3F-F037-6163-7B74-8ABEEEE1C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9571B-0E87-A966-F376-D788C592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351C-1360-2E49-BEFD-6C75C47AB96A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06CB4-0576-1BCA-1947-695F3E45E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6599B-D2F6-4A5B-13AF-FB91116B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E5964-06F5-DB40-8B66-F24291501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3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980D8-10A3-0BA6-68A9-603B97CFF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7C6C3-22EA-1741-B931-FA0BCB766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FBA8E-2315-6E4D-EBC0-F933BD5F0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E9A70-C296-40F6-5997-17AE86F75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351C-1360-2E49-BEFD-6C75C47AB96A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8F805-900B-C210-D832-9509884C0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C04A4-12D0-1BA0-871E-0ACF3F3B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E5964-06F5-DB40-8B66-F24291501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321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FA283-21BF-1655-5126-991EE0A9C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AD1A9-F10B-749F-ED5E-F6144E473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B95A1-E399-BDB5-317E-68ACC4260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C364CB-D268-6FE8-55B2-B37F5536B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67D16-552E-B14B-E50E-2AF56F634D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215CA7-5CCE-27B7-0536-E64DFF442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351C-1360-2E49-BEFD-6C75C47AB96A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79312F-72AA-62C7-3285-4EF29765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845403-CFC1-5C9E-B46A-661A96834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E5964-06F5-DB40-8B66-F24291501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BBE5-F532-EF1C-34E5-C28387DF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536C3A-FD14-CBE5-CB8C-55220874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351C-1360-2E49-BEFD-6C75C47AB96A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12C-BD92-D324-A43C-902A527C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1A1C0-2D77-3B9A-CA3D-B9233DDA6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E5964-06F5-DB40-8B66-F24291501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0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4F30FC-FE0D-9C84-D014-EC83DA061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351C-1360-2E49-BEFD-6C75C47AB96A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4BEF8-37C8-BE7D-208A-ACD83D253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69806-BF77-4EB9-B1AA-56D6E66AD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E5964-06F5-DB40-8B66-F24291501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93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61C66-4BB5-0EB0-9662-F7369235A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C5013-3BBC-8C80-06BA-61A007ED1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98440D-4BF1-F65E-DBA8-BF19BD662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EF969-4FCD-D3F3-048A-7021318F5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351C-1360-2E49-BEFD-6C75C47AB96A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8CFF4-4A3F-CBCA-E248-371A2F3FA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DCD36-7786-D933-11E4-6EBC0E95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E5964-06F5-DB40-8B66-F24291501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2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0D9B7-3916-50B3-8921-5764B322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516EDE-3C18-EE6E-BBD3-6205C17EA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3664F-2FFD-605E-035F-1B6BD970A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93A25-190B-2158-4198-0584CB422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351C-1360-2E49-BEFD-6C75C47AB96A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E6D8C-6D37-5C0A-1AC0-019BFF4A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F170A-DCAD-3CF8-6789-00D5A10F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E5964-06F5-DB40-8B66-F24291501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0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5BE05-87DB-9836-7DE3-31A8394E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20F7A-3730-9B27-953E-65453BDA0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02C42-C2C1-59FA-1A3C-05EA41AA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351C-1360-2E49-BEFD-6C75C47AB96A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19468-A193-09F9-128E-FF620DF5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2EE82-3FFE-11F4-7992-3F7C1635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E5964-06F5-DB40-8B66-F24291501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84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DBC9BF-64E3-DF08-4415-851C41C9F3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3ACAA4-1D6D-01A7-86D8-07343BF64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F3B1B-E6EC-FD25-4E43-2669A356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351C-1360-2E49-BEFD-6C75C47AB96A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3F8A5-BB67-A59C-42E1-EC9C4E120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208A8-2695-D6EF-98D9-635F5E155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E5964-06F5-DB40-8B66-F24291501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88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D03DE-8A06-1098-906C-CDEC9922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D751D-78E4-8D44-D8ED-5B54707BB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36100-60BE-E286-60F3-0980E838C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A351C-1360-2E49-BEFD-6C75C47AB96A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F8D0F-EC85-90B9-C29B-D9A0A1AAA0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DE970-8F33-8864-A8E9-A585B3439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0E5964-06F5-DB40-8B66-F24291501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02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roup 309">
            <a:extLst>
              <a:ext uri="{FF2B5EF4-FFF2-40B4-BE49-F238E27FC236}">
                <a16:creationId xmlns:a16="http://schemas.microsoft.com/office/drawing/2014/main" id="{1950ED85-015B-59E1-831A-C839B4CAE815}"/>
              </a:ext>
            </a:extLst>
          </p:cNvPr>
          <p:cNvGrpSpPr/>
          <p:nvPr/>
        </p:nvGrpSpPr>
        <p:grpSpPr>
          <a:xfrm>
            <a:off x="609600" y="445477"/>
            <a:ext cx="6518031" cy="5205046"/>
            <a:chOff x="609600" y="445477"/>
            <a:chExt cx="6518031" cy="5205046"/>
          </a:xfrm>
        </p:grpSpPr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4B9389CB-7E48-70D1-63B9-885C31C8C49F}"/>
                </a:ext>
              </a:extLst>
            </p:cNvPr>
            <p:cNvSpPr/>
            <p:nvPr/>
          </p:nvSpPr>
          <p:spPr>
            <a:xfrm>
              <a:off x="609600" y="445477"/>
              <a:ext cx="6518031" cy="520504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842A6700-A6DD-F5D4-BD67-F2084CE1FAA4}"/>
                </a:ext>
              </a:extLst>
            </p:cNvPr>
            <p:cNvGrpSpPr/>
            <p:nvPr/>
          </p:nvGrpSpPr>
          <p:grpSpPr>
            <a:xfrm>
              <a:off x="835197" y="539955"/>
              <a:ext cx="6085633" cy="4036397"/>
              <a:chOff x="835197" y="539955"/>
              <a:chExt cx="6085633" cy="403639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E853643-7174-5F44-F39E-F0B8CBF69919}"/>
                  </a:ext>
                </a:extLst>
              </p:cNvPr>
              <p:cNvSpPr/>
              <p:nvPr/>
            </p:nvSpPr>
            <p:spPr>
              <a:xfrm>
                <a:off x="1343378" y="1591733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D7FF0BF-CC94-0B2E-FDBD-04D12DF47AA3}"/>
                  </a:ext>
                </a:extLst>
              </p:cNvPr>
              <p:cNvSpPr/>
              <p:nvPr/>
            </p:nvSpPr>
            <p:spPr>
              <a:xfrm>
                <a:off x="1343378" y="2015066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3CD012-B9CD-D048-9AAE-A919AE54B232}"/>
                  </a:ext>
                </a:extLst>
              </p:cNvPr>
              <p:cNvSpPr/>
              <p:nvPr/>
            </p:nvSpPr>
            <p:spPr>
              <a:xfrm>
                <a:off x="1343377" y="2438399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31AC0F9-F8A2-5DCA-D735-B21E53505221}"/>
                  </a:ext>
                </a:extLst>
              </p:cNvPr>
              <p:cNvSpPr/>
              <p:nvPr/>
            </p:nvSpPr>
            <p:spPr>
              <a:xfrm>
                <a:off x="1343377" y="2861732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75946BD-FE62-39AF-7DC0-4D6683D7B219}"/>
                  </a:ext>
                </a:extLst>
              </p:cNvPr>
              <p:cNvSpPr/>
              <p:nvPr/>
            </p:nvSpPr>
            <p:spPr>
              <a:xfrm>
                <a:off x="2534356" y="1168400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0D1E32F-330A-BD2C-5D3D-0557068B0981}"/>
                  </a:ext>
                </a:extLst>
              </p:cNvPr>
              <p:cNvSpPr/>
              <p:nvPr/>
            </p:nvSpPr>
            <p:spPr>
              <a:xfrm>
                <a:off x="2534356" y="1591733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B0B91AA-0939-66D4-E0BF-89DBFA10BC05}"/>
                  </a:ext>
                </a:extLst>
              </p:cNvPr>
              <p:cNvSpPr/>
              <p:nvPr/>
            </p:nvSpPr>
            <p:spPr>
              <a:xfrm>
                <a:off x="2534355" y="2015066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2619B29-D78B-D4C5-F66F-DED93C7D701A}"/>
                  </a:ext>
                </a:extLst>
              </p:cNvPr>
              <p:cNvSpPr/>
              <p:nvPr/>
            </p:nvSpPr>
            <p:spPr>
              <a:xfrm>
                <a:off x="2534355" y="2438399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4221A07-D1CE-DC18-5B70-47BBF49B5DF8}"/>
                  </a:ext>
                </a:extLst>
              </p:cNvPr>
              <p:cNvSpPr/>
              <p:nvPr/>
            </p:nvSpPr>
            <p:spPr>
              <a:xfrm>
                <a:off x="2534355" y="2861732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F0E21393-C6E5-5731-41DC-DA7C6382158F}"/>
                  </a:ext>
                </a:extLst>
              </p:cNvPr>
              <p:cNvSpPr/>
              <p:nvPr/>
            </p:nvSpPr>
            <p:spPr>
              <a:xfrm>
                <a:off x="2534355" y="3285065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12DC84C-4573-777C-E832-F9755EF0DC46}"/>
                  </a:ext>
                </a:extLst>
              </p:cNvPr>
              <p:cNvSpPr/>
              <p:nvPr/>
            </p:nvSpPr>
            <p:spPr>
              <a:xfrm>
                <a:off x="3635021" y="2015066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87C53F8-A57D-51B5-80FC-122C7A176905}"/>
                  </a:ext>
                </a:extLst>
              </p:cNvPr>
              <p:cNvSpPr/>
              <p:nvPr/>
            </p:nvSpPr>
            <p:spPr>
              <a:xfrm>
                <a:off x="3635021" y="2438399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BD39808-E520-8D4C-C4F0-AE0739658788}"/>
                  </a:ext>
                </a:extLst>
              </p:cNvPr>
              <p:cNvCxnSpPr>
                <a:cxnSpLocks/>
                <a:stCxn id="4" idx="6"/>
                <a:endCxn id="10" idx="2"/>
              </p:cNvCxnSpPr>
              <p:nvPr/>
            </p:nvCxnSpPr>
            <p:spPr>
              <a:xfrm flipV="1">
                <a:off x="1603023" y="1298223"/>
                <a:ext cx="931333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05805A8-0AAD-4E55-C107-0166F4260E6A}"/>
                  </a:ext>
                </a:extLst>
              </p:cNvPr>
              <p:cNvCxnSpPr>
                <a:cxnSpLocks/>
                <a:stCxn id="4" idx="6"/>
                <a:endCxn id="11" idx="2"/>
              </p:cNvCxnSpPr>
              <p:nvPr/>
            </p:nvCxnSpPr>
            <p:spPr>
              <a:xfrm>
                <a:off x="1603023" y="1721556"/>
                <a:ext cx="93133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A4A16569-1A5F-E94E-A595-87DF4784FF6E}"/>
                  </a:ext>
                </a:extLst>
              </p:cNvPr>
              <p:cNvCxnSpPr>
                <a:cxnSpLocks/>
                <a:stCxn id="4" idx="6"/>
                <a:endCxn id="12" idx="2"/>
              </p:cNvCxnSpPr>
              <p:nvPr/>
            </p:nvCxnSpPr>
            <p:spPr>
              <a:xfrm>
                <a:off x="1603023" y="1721556"/>
                <a:ext cx="931332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6F340895-E1DF-E4D7-ADC9-EDCA156E67BD}"/>
                  </a:ext>
                </a:extLst>
              </p:cNvPr>
              <p:cNvCxnSpPr>
                <a:cxnSpLocks/>
                <a:stCxn id="4" idx="6"/>
                <a:endCxn id="13" idx="2"/>
              </p:cNvCxnSpPr>
              <p:nvPr/>
            </p:nvCxnSpPr>
            <p:spPr>
              <a:xfrm>
                <a:off x="1603023" y="1721556"/>
                <a:ext cx="931332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2619076-5AA8-023B-AA53-7AA35A17E994}"/>
                  </a:ext>
                </a:extLst>
              </p:cNvPr>
              <p:cNvCxnSpPr>
                <a:cxnSpLocks/>
                <a:stCxn id="4" idx="6"/>
                <a:endCxn id="14" idx="2"/>
              </p:cNvCxnSpPr>
              <p:nvPr/>
            </p:nvCxnSpPr>
            <p:spPr>
              <a:xfrm>
                <a:off x="1603023" y="1721556"/>
                <a:ext cx="931332" cy="12699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436A2FD-1D71-9E70-7E35-DB46CFB51FC7}"/>
                  </a:ext>
                </a:extLst>
              </p:cNvPr>
              <p:cNvCxnSpPr>
                <a:cxnSpLocks/>
                <a:stCxn id="4" idx="6"/>
                <a:endCxn id="15" idx="2"/>
              </p:cNvCxnSpPr>
              <p:nvPr/>
            </p:nvCxnSpPr>
            <p:spPr>
              <a:xfrm>
                <a:off x="1603023" y="1721556"/>
                <a:ext cx="931332" cy="16933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E72F0F6D-702B-F82A-81AD-A8A99BAEB6B9}"/>
                  </a:ext>
                </a:extLst>
              </p:cNvPr>
              <p:cNvCxnSpPr>
                <a:cxnSpLocks/>
                <a:stCxn id="5" idx="6"/>
                <a:endCxn id="10" idx="2"/>
              </p:cNvCxnSpPr>
              <p:nvPr/>
            </p:nvCxnSpPr>
            <p:spPr>
              <a:xfrm flipV="1">
                <a:off x="1603023" y="1298223"/>
                <a:ext cx="931333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F385354-F299-B7A1-44CF-53A0B0B1C6BC}"/>
                  </a:ext>
                </a:extLst>
              </p:cNvPr>
              <p:cNvCxnSpPr>
                <a:cxnSpLocks/>
                <a:stCxn id="5" idx="6"/>
                <a:endCxn id="11" idx="2"/>
              </p:cNvCxnSpPr>
              <p:nvPr/>
            </p:nvCxnSpPr>
            <p:spPr>
              <a:xfrm flipV="1">
                <a:off x="1603023" y="1721556"/>
                <a:ext cx="931333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56CC4E9C-A747-6524-A292-2CE9A96C09B8}"/>
                  </a:ext>
                </a:extLst>
              </p:cNvPr>
              <p:cNvCxnSpPr>
                <a:cxnSpLocks/>
                <a:stCxn id="5" idx="6"/>
                <a:endCxn id="12" idx="2"/>
              </p:cNvCxnSpPr>
              <p:nvPr/>
            </p:nvCxnSpPr>
            <p:spPr>
              <a:xfrm>
                <a:off x="1603023" y="2144889"/>
                <a:ext cx="93133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672B9CA-B457-DAD8-CE5E-F4BA7364456D}"/>
                  </a:ext>
                </a:extLst>
              </p:cNvPr>
              <p:cNvCxnSpPr>
                <a:cxnSpLocks/>
                <a:stCxn id="5" idx="6"/>
                <a:endCxn id="13" idx="2"/>
              </p:cNvCxnSpPr>
              <p:nvPr/>
            </p:nvCxnSpPr>
            <p:spPr>
              <a:xfrm>
                <a:off x="1603023" y="2144889"/>
                <a:ext cx="931332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F9AC3C74-A84A-C272-2C80-E62241ADC0A2}"/>
                  </a:ext>
                </a:extLst>
              </p:cNvPr>
              <p:cNvCxnSpPr>
                <a:cxnSpLocks/>
                <a:stCxn id="5" idx="6"/>
                <a:endCxn id="14" idx="2"/>
              </p:cNvCxnSpPr>
              <p:nvPr/>
            </p:nvCxnSpPr>
            <p:spPr>
              <a:xfrm>
                <a:off x="1603023" y="2144889"/>
                <a:ext cx="931332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75EC5249-9C05-B00F-7949-997E3D32770B}"/>
                  </a:ext>
                </a:extLst>
              </p:cNvPr>
              <p:cNvCxnSpPr>
                <a:cxnSpLocks/>
                <a:stCxn id="5" idx="6"/>
                <a:endCxn id="15" idx="2"/>
              </p:cNvCxnSpPr>
              <p:nvPr/>
            </p:nvCxnSpPr>
            <p:spPr>
              <a:xfrm>
                <a:off x="1603023" y="2144889"/>
                <a:ext cx="931332" cy="12699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C5DED07D-DA3B-B369-A1D4-09A35566B02E}"/>
                  </a:ext>
                </a:extLst>
              </p:cNvPr>
              <p:cNvCxnSpPr>
                <a:cxnSpLocks/>
                <a:stCxn id="6" idx="6"/>
                <a:endCxn id="10" idx="2"/>
              </p:cNvCxnSpPr>
              <p:nvPr/>
            </p:nvCxnSpPr>
            <p:spPr>
              <a:xfrm flipV="1">
                <a:off x="1603022" y="1298223"/>
                <a:ext cx="931334" cy="12699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6B0A8F4-8397-A4C5-55B5-A59B169DBBBB}"/>
                  </a:ext>
                </a:extLst>
              </p:cNvPr>
              <p:cNvCxnSpPr>
                <a:cxnSpLocks/>
                <a:stCxn id="6" idx="6"/>
                <a:endCxn id="11" idx="2"/>
              </p:cNvCxnSpPr>
              <p:nvPr/>
            </p:nvCxnSpPr>
            <p:spPr>
              <a:xfrm flipV="1">
                <a:off x="1603022" y="1721556"/>
                <a:ext cx="931334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ECA937FB-52AB-7012-CFA4-240F6A0A9598}"/>
                  </a:ext>
                </a:extLst>
              </p:cNvPr>
              <p:cNvCxnSpPr>
                <a:cxnSpLocks/>
                <a:stCxn id="6" idx="6"/>
                <a:endCxn id="12" idx="2"/>
              </p:cNvCxnSpPr>
              <p:nvPr/>
            </p:nvCxnSpPr>
            <p:spPr>
              <a:xfrm flipV="1">
                <a:off x="1603022" y="2144889"/>
                <a:ext cx="931333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19B3B3C3-C2CA-3B7B-5B69-A73213F5ED84}"/>
                  </a:ext>
                </a:extLst>
              </p:cNvPr>
              <p:cNvCxnSpPr>
                <a:cxnSpLocks/>
                <a:stCxn id="6" idx="6"/>
                <a:endCxn id="13" idx="2"/>
              </p:cNvCxnSpPr>
              <p:nvPr/>
            </p:nvCxnSpPr>
            <p:spPr>
              <a:xfrm>
                <a:off x="1603022" y="2568222"/>
                <a:ext cx="93133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069B566-1EB8-B4B0-FF9F-E2B0BC2CA6E4}"/>
                  </a:ext>
                </a:extLst>
              </p:cNvPr>
              <p:cNvCxnSpPr>
                <a:cxnSpLocks/>
                <a:stCxn id="6" idx="6"/>
                <a:endCxn id="14" idx="2"/>
              </p:cNvCxnSpPr>
              <p:nvPr/>
            </p:nvCxnSpPr>
            <p:spPr>
              <a:xfrm>
                <a:off x="1603022" y="2568222"/>
                <a:ext cx="931333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EFA565D2-915A-2806-3261-F83A964F55EC}"/>
                  </a:ext>
                </a:extLst>
              </p:cNvPr>
              <p:cNvCxnSpPr>
                <a:cxnSpLocks/>
                <a:stCxn id="6" idx="6"/>
                <a:endCxn id="15" idx="2"/>
              </p:cNvCxnSpPr>
              <p:nvPr/>
            </p:nvCxnSpPr>
            <p:spPr>
              <a:xfrm>
                <a:off x="1603022" y="2568222"/>
                <a:ext cx="931333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7D95734-18A1-5726-CFBC-CF11033BEBC3}"/>
                  </a:ext>
                </a:extLst>
              </p:cNvPr>
              <p:cNvCxnSpPr>
                <a:cxnSpLocks/>
                <a:stCxn id="7" idx="6"/>
                <a:endCxn id="10" idx="2"/>
              </p:cNvCxnSpPr>
              <p:nvPr/>
            </p:nvCxnSpPr>
            <p:spPr>
              <a:xfrm flipV="1">
                <a:off x="1603022" y="1298223"/>
                <a:ext cx="931334" cy="16933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8CE0C733-8391-BB97-E9FA-50646CE93E64}"/>
                  </a:ext>
                </a:extLst>
              </p:cNvPr>
              <p:cNvCxnSpPr>
                <a:cxnSpLocks/>
                <a:stCxn id="7" idx="6"/>
                <a:endCxn id="11" idx="2"/>
              </p:cNvCxnSpPr>
              <p:nvPr/>
            </p:nvCxnSpPr>
            <p:spPr>
              <a:xfrm flipV="1">
                <a:off x="1603022" y="1721556"/>
                <a:ext cx="931334" cy="12699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F5E808B3-B955-6B98-189A-75B00A6FCDFF}"/>
                  </a:ext>
                </a:extLst>
              </p:cNvPr>
              <p:cNvCxnSpPr>
                <a:cxnSpLocks/>
                <a:stCxn id="7" idx="6"/>
                <a:endCxn id="12" idx="2"/>
              </p:cNvCxnSpPr>
              <p:nvPr/>
            </p:nvCxnSpPr>
            <p:spPr>
              <a:xfrm flipV="1">
                <a:off x="1603022" y="2144889"/>
                <a:ext cx="931333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99467145-A076-E5A2-2ED2-89797301FA59}"/>
                  </a:ext>
                </a:extLst>
              </p:cNvPr>
              <p:cNvCxnSpPr>
                <a:cxnSpLocks/>
                <a:stCxn id="7" idx="6"/>
                <a:endCxn id="13" idx="2"/>
              </p:cNvCxnSpPr>
              <p:nvPr/>
            </p:nvCxnSpPr>
            <p:spPr>
              <a:xfrm flipV="1">
                <a:off x="1603022" y="2568222"/>
                <a:ext cx="931333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2CECDF15-33D2-736F-25F4-0CF3185C0883}"/>
                  </a:ext>
                </a:extLst>
              </p:cNvPr>
              <p:cNvCxnSpPr>
                <a:cxnSpLocks/>
                <a:stCxn id="7" idx="6"/>
                <a:endCxn id="14" idx="2"/>
              </p:cNvCxnSpPr>
              <p:nvPr/>
            </p:nvCxnSpPr>
            <p:spPr>
              <a:xfrm>
                <a:off x="1603022" y="2991555"/>
                <a:ext cx="93133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E492604B-E7AD-6268-4198-6B40BBED0A75}"/>
                  </a:ext>
                </a:extLst>
              </p:cNvPr>
              <p:cNvCxnSpPr>
                <a:cxnSpLocks/>
                <a:stCxn id="7" idx="6"/>
                <a:endCxn id="15" idx="2"/>
              </p:cNvCxnSpPr>
              <p:nvPr/>
            </p:nvCxnSpPr>
            <p:spPr>
              <a:xfrm>
                <a:off x="1603022" y="2991555"/>
                <a:ext cx="931333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1FC7837F-FFA8-E543-6C03-1BCFCE9576B9}"/>
                  </a:ext>
                </a:extLst>
              </p:cNvPr>
              <p:cNvCxnSpPr>
                <a:cxnSpLocks/>
                <a:stCxn id="10" idx="6"/>
                <a:endCxn id="16" idx="2"/>
              </p:cNvCxnSpPr>
              <p:nvPr/>
            </p:nvCxnSpPr>
            <p:spPr>
              <a:xfrm>
                <a:off x="2794001" y="1298223"/>
                <a:ext cx="841020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8712926A-1556-9274-2543-D65183795C54}"/>
                  </a:ext>
                </a:extLst>
              </p:cNvPr>
              <p:cNvCxnSpPr>
                <a:cxnSpLocks/>
                <a:stCxn id="11" idx="6"/>
                <a:endCxn id="16" idx="2"/>
              </p:cNvCxnSpPr>
              <p:nvPr/>
            </p:nvCxnSpPr>
            <p:spPr>
              <a:xfrm>
                <a:off x="2794001" y="1721556"/>
                <a:ext cx="841020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51284023-09E8-A0E1-1347-50DB8EC5253C}"/>
                  </a:ext>
                </a:extLst>
              </p:cNvPr>
              <p:cNvCxnSpPr>
                <a:cxnSpLocks/>
                <a:stCxn id="12" idx="6"/>
                <a:endCxn id="16" idx="2"/>
              </p:cNvCxnSpPr>
              <p:nvPr/>
            </p:nvCxnSpPr>
            <p:spPr>
              <a:xfrm>
                <a:off x="2794000" y="2144889"/>
                <a:ext cx="84102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EB428D07-790F-912E-7EEE-3DD2DEA8DB7B}"/>
                  </a:ext>
                </a:extLst>
              </p:cNvPr>
              <p:cNvCxnSpPr>
                <a:cxnSpLocks/>
                <a:stCxn id="13" idx="6"/>
                <a:endCxn id="16" idx="2"/>
              </p:cNvCxnSpPr>
              <p:nvPr/>
            </p:nvCxnSpPr>
            <p:spPr>
              <a:xfrm flipV="1">
                <a:off x="2794000" y="2144889"/>
                <a:ext cx="841021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40815DE4-A6E3-042E-37E7-A70E8ACE5B0C}"/>
                  </a:ext>
                </a:extLst>
              </p:cNvPr>
              <p:cNvCxnSpPr>
                <a:cxnSpLocks/>
                <a:stCxn id="14" idx="6"/>
                <a:endCxn id="16" idx="2"/>
              </p:cNvCxnSpPr>
              <p:nvPr/>
            </p:nvCxnSpPr>
            <p:spPr>
              <a:xfrm flipV="1">
                <a:off x="2794000" y="2144889"/>
                <a:ext cx="841021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D6BFAB7-91B9-6A53-4678-65F170325615}"/>
                  </a:ext>
                </a:extLst>
              </p:cNvPr>
              <p:cNvCxnSpPr>
                <a:cxnSpLocks/>
                <a:stCxn id="15" idx="6"/>
                <a:endCxn id="16" idx="2"/>
              </p:cNvCxnSpPr>
              <p:nvPr/>
            </p:nvCxnSpPr>
            <p:spPr>
              <a:xfrm flipV="1">
                <a:off x="2794000" y="2144889"/>
                <a:ext cx="841021" cy="12699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933730B7-F0E3-E60F-F628-7E2D86BD8E3E}"/>
                  </a:ext>
                </a:extLst>
              </p:cNvPr>
              <p:cNvCxnSpPr>
                <a:cxnSpLocks/>
                <a:stCxn id="10" idx="6"/>
                <a:endCxn id="17" idx="2"/>
              </p:cNvCxnSpPr>
              <p:nvPr/>
            </p:nvCxnSpPr>
            <p:spPr>
              <a:xfrm>
                <a:off x="2794001" y="1298223"/>
                <a:ext cx="841020" cy="12699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4CA70D52-FFA3-8C98-0D2E-2F34956D713C}"/>
                  </a:ext>
                </a:extLst>
              </p:cNvPr>
              <p:cNvCxnSpPr>
                <a:cxnSpLocks/>
                <a:stCxn id="11" idx="6"/>
                <a:endCxn id="17" idx="2"/>
              </p:cNvCxnSpPr>
              <p:nvPr/>
            </p:nvCxnSpPr>
            <p:spPr>
              <a:xfrm>
                <a:off x="2794001" y="1721556"/>
                <a:ext cx="841020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5920D54C-EF11-C7E9-9CEC-9DA0177DE0BF}"/>
                  </a:ext>
                </a:extLst>
              </p:cNvPr>
              <p:cNvCxnSpPr>
                <a:cxnSpLocks/>
                <a:stCxn id="12" idx="6"/>
                <a:endCxn id="17" idx="2"/>
              </p:cNvCxnSpPr>
              <p:nvPr/>
            </p:nvCxnSpPr>
            <p:spPr>
              <a:xfrm>
                <a:off x="2794000" y="2144889"/>
                <a:ext cx="841021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5A5A86E4-131C-9B3E-1C8D-1BF98C95F9BE}"/>
                  </a:ext>
                </a:extLst>
              </p:cNvPr>
              <p:cNvCxnSpPr>
                <a:cxnSpLocks/>
                <a:stCxn id="13" idx="6"/>
                <a:endCxn id="17" idx="2"/>
              </p:cNvCxnSpPr>
              <p:nvPr/>
            </p:nvCxnSpPr>
            <p:spPr>
              <a:xfrm>
                <a:off x="2794000" y="2568222"/>
                <a:ext cx="84102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3CE901A0-7490-C677-95B7-079B0569B9D3}"/>
                  </a:ext>
                </a:extLst>
              </p:cNvPr>
              <p:cNvCxnSpPr>
                <a:cxnSpLocks/>
                <a:stCxn id="14" idx="6"/>
                <a:endCxn id="17" idx="2"/>
              </p:cNvCxnSpPr>
              <p:nvPr/>
            </p:nvCxnSpPr>
            <p:spPr>
              <a:xfrm flipV="1">
                <a:off x="2794000" y="2568222"/>
                <a:ext cx="841021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07995274-169D-BE1F-6DF7-95DC0E1EBF47}"/>
                  </a:ext>
                </a:extLst>
              </p:cNvPr>
              <p:cNvCxnSpPr>
                <a:cxnSpLocks/>
                <a:stCxn id="15" idx="6"/>
                <a:endCxn id="17" idx="2"/>
              </p:cNvCxnSpPr>
              <p:nvPr/>
            </p:nvCxnSpPr>
            <p:spPr>
              <a:xfrm flipV="1">
                <a:off x="2794000" y="2568222"/>
                <a:ext cx="841021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D5A23698-2624-A2B2-0FCC-6383A0D4F1BA}"/>
                  </a:ext>
                </a:extLst>
              </p:cNvPr>
              <p:cNvSpPr/>
              <p:nvPr/>
            </p:nvSpPr>
            <p:spPr>
              <a:xfrm flipH="1">
                <a:off x="5926664" y="1591733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01A2ECBB-595B-0C96-EE40-C3F3B7F26E90}"/>
                  </a:ext>
                </a:extLst>
              </p:cNvPr>
              <p:cNvSpPr/>
              <p:nvPr/>
            </p:nvSpPr>
            <p:spPr>
              <a:xfrm flipH="1">
                <a:off x="5926664" y="2015066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390F343C-16C5-5FE6-2C99-DA24805D9E62}"/>
                  </a:ext>
                </a:extLst>
              </p:cNvPr>
              <p:cNvSpPr/>
              <p:nvPr/>
            </p:nvSpPr>
            <p:spPr>
              <a:xfrm flipH="1">
                <a:off x="5926665" y="2438399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992396A1-B7EC-93E4-47C8-A099C81CFAC2}"/>
                  </a:ext>
                </a:extLst>
              </p:cNvPr>
              <p:cNvSpPr/>
              <p:nvPr/>
            </p:nvSpPr>
            <p:spPr>
              <a:xfrm flipH="1">
                <a:off x="5926665" y="2861732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537AF02A-7C87-71FB-67B2-3637A2548AB0}"/>
                  </a:ext>
                </a:extLst>
              </p:cNvPr>
              <p:cNvSpPr/>
              <p:nvPr/>
            </p:nvSpPr>
            <p:spPr>
              <a:xfrm flipH="1">
                <a:off x="4735686" y="1168400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9D9D47AE-AC7B-EC81-0F37-18AB489C5EBA}"/>
                  </a:ext>
                </a:extLst>
              </p:cNvPr>
              <p:cNvSpPr/>
              <p:nvPr/>
            </p:nvSpPr>
            <p:spPr>
              <a:xfrm flipH="1">
                <a:off x="4735686" y="1591733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8066D085-8101-161D-432C-66BB13E327DD}"/>
                  </a:ext>
                </a:extLst>
              </p:cNvPr>
              <p:cNvSpPr/>
              <p:nvPr/>
            </p:nvSpPr>
            <p:spPr>
              <a:xfrm flipH="1">
                <a:off x="4735687" y="2015066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43AC4E96-0299-0075-1B68-88D480359267}"/>
                  </a:ext>
                </a:extLst>
              </p:cNvPr>
              <p:cNvSpPr/>
              <p:nvPr/>
            </p:nvSpPr>
            <p:spPr>
              <a:xfrm flipH="1">
                <a:off x="4735687" y="2438399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F72D95E4-73EA-2DD7-DBF3-D7E9C77FB17C}"/>
                  </a:ext>
                </a:extLst>
              </p:cNvPr>
              <p:cNvSpPr/>
              <p:nvPr/>
            </p:nvSpPr>
            <p:spPr>
              <a:xfrm flipH="1">
                <a:off x="4735687" y="2861732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C0968C47-8481-4713-782B-9C4AFF811AEB}"/>
                  </a:ext>
                </a:extLst>
              </p:cNvPr>
              <p:cNvSpPr/>
              <p:nvPr/>
            </p:nvSpPr>
            <p:spPr>
              <a:xfrm flipH="1">
                <a:off x="4735687" y="3285065"/>
                <a:ext cx="259645" cy="2596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D1FB780D-7F3F-4795-215A-AF012375CB54}"/>
                  </a:ext>
                </a:extLst>
              </p:cNvPr>
              <p:cNvCxnSpPr>
                <a:cxnSpLocks/>
                <a:stCxn id="229" idx="6"/>
                <a:endCxn id="233" idx="2"/>
              </p:cNvCxnSpPr>
              <p:nvPr/>
            </p:nvCxnSpPr>
            <p:spPr>
              <a:xfrm flipH="1" flipV="1">
                <a:off x="4995331" y="1298223"/>
                <a:ext cx="931333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9EA2A3F9-9B95-BD61-20B8-FE64C836DBDD}"/>
                  </a:ext>
                </a:extLst>
              </p:cNvPr>
              <p:cNvCxnSpPr>
                <a:cxnSpLocks/>
                <a:stCxn id="229" idx="6"/>
                <a:endCxn id="234" idx="2"/>
              </p:cNvCxnSpPr>
              <p:nvPr/>
            </p:nvCxnSpPr>
            <p:spPr>
              <a:xfrm flipH="1">
                <a:off x="4995331" y="1721556"/>
                <a:ext cx="93133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B309654D-02DB-62DB-21FB-C39C7C62D61A}"/>
                  </a:ext>
                </a:extLst>
              </p:cNvPr>
              <p:cNvCxnSpPr>
                <a:cxnSpLocks/>
                <a:stCxn id="229" idx="6"/>
                <a:endCxn id="235" idx="2"/>
              </p:cNvCxnSpPr>
              <p:nvPr/>
            </p:nvCxnSpPr>
            <p:spPr>
              <a:xfrm flipH="1">
                <a:off x="4995332" y="1721556"/>
                <a:ext cx="931332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7E56004F-1164-8BEE-32EF-93AB70298575}"/>
                  </a:ext>
                </a:extLst>
              </p:cNvPr>
              <p:cNvCxnSpPr>
                <a:cxnSpLocks/>
                <a:stCxn id="229" idx="6"/>
                <a:endCxn id="236" idx="2"/>
              </p:cNvCxnSpPr>
              <p:nvPr/>
            </p:nvCxnSpPr>
            <p:spPr>
              <a:xfrm flipH="1">
                <a:off x="4995332" y="1721556"/>
                <a:ext cx="931332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523F5DC9-7FDF-7B12-6C37-BD56E70BEBAD}"/>
                  </a:ext>
                </a:extLst>
              </p:cNvPr>
              <p:cNvCxnSpPr>
                <a:cxnSpLocks/>
                <a:stCxn id="229" idx="6"/>
                <a:endCxn id="237" idx="2"/>
              </p:cNvCxnSpPr>
              <p:nvPr/>
            </p:nvCxnSpPr>
            <p:spPr>
              <a:xfrm flipH="1">
                <a:off x="4995332" y="1721556"/>
                <a:ext cx="931332" cy="12699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6EE84713-82BF-5233-004B-EAF8106085EF}"/>
                  </a:ext>
                </a:extLst>
              </p:cNvPr>
              <p:cNvCxnSpPr>
                <a:cxnSpLocks/>
                <a:stCxn id="229" idx="6"/>
                <a:endCxn id="238" idx="2"/>
              </p:cNvCxnSpPr>
              <p:nvPr/>
            </p:nvCxnSpPr>
            <p:spPr>
              <a:xfrm flipH="1">
                <a:off x="4995332" y="1721556"/>
                <a:ext cx="931332" cy="16933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94B23CE2-57BD-7867-E9A3-0B3E1D9B9782}"/>
                  </a:ext>
                </a:extLst>
              </p:cNvPr>
              <p:cNvCxnSpPr>
                <a:cxnSpLocks/>
                <a:stCxn id="230" idx="6"/>
                <a:endCxn id="233" idx="2"/>
              </p:cNvCxnSpPr>
              <p:nvPr/>
            </p:nvCxnSpPr>
            <p:spPr>
              <a:xfrm flipH="1" flipV="1">
                <a:off x="4995331" y="1298223"/>
                <a:ext cx="931333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E04E295B-4681-65F6-8A5C-047EB8BF0E40}"/>
                  </a:ext>
                </a:extLst>
              </p:cNvPr>
              <p:cNvCxnSpPr>
                <a:cxnSpLocks/>
                <a:stCxn id="230" idx="6"/>
                <a:endCxn id="234" idx="2"/>
              </p:cNvCxnSpPr>
              <p:nvPr/>
            </p:nvCxnSpPr>
            <p:spPr>
              <a:xfrm flipH="1" flipV="1">
                <a:off x="4995331" y="1721556"/>
                <a:ext cx="931333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E95E7ED6-4E5F-6C9D-2830-08B911FE855B}"/>
                  </a:ext>
                </a:extLst>
              </p:cNvPr>
              <p:cNvCxnSpPr>
                <a:cxnSpLocks/>
                <a:stCxn id="230" idx="6"/>
                <a:endCxn id="235" idx="2"/>
              </p:cNvCxnSpPr>
              <p:nvPr/>
            </p:nvCxnSpPr>
            <p:spPr>
              <a:xfrm flipH="1">
                <a:off x="4995332" y="2144889"/>
                <a:ext cx="93133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E6C80CB1-788E-C080-0712-2C9ED38EC327}"/>
                  </a:ext>
                </a:extLst>
              </p:cNvPr>
              <p:cNvCxnSpPr>
                <a:cxnSpLocks/>
                <a:stCxn id="230" idx="6"/>
                <a:endCxn id="236" idx="2"/>
              </p:cNvCxnSpPr>
              <p:nvPr/>
            </p:nvCxnSpPr>
            <p:spPr>
              <a:xfrm flipH="1">
                <a:off x="4995332" y="2144889"/>
                <a:ext cx="931332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0B8A49FB-B9B5-79EF-8732-BF71C9071C60}"/>
                  </a:ext>
                </a:extLst>
              </p:cNvPr>
              <p:cNvCxnSpPr>
                <a:cxnSpLocks/>
                <a:stCxn id="230" idx="6"/>
                <a:endCxn id="237" idx="2"/>
              </p:cNvCxnSpPr>
              <p:nvPr/>
            </p:nvCxnSpPr>
            <p:spPr>
              <a:xfrm flipH="1">
                <a:off x="4995332" y="2144889"/>
                <a:ext cx="931332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6A4DEA9A-9047-D70D-652F-7AECFDC09425}"/>
                  </a:ext>
                </a:extLst>
              </p:cNvPr>
              <p:cNvCxnSpPr>
                <a:cxnSpLocks/>
                <a:stCxn id="230" idx="6"/>
                <a:endCxn id="238" idx="2"/>
              </p:cNvCxnSpPr>
              <p:nvPr/>
            </p:nvCxnSpPr>
            <p:spPr>
              <a:xfrm flipH="1">
                <a:off x="4995332" y="2144889"/>
                <a:ext cx="931332" cy="12699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F5CB45E5-D9A8-06C0-5786-7FE7FCE89193}"/>
                  </a:ext>
                </a:extLst>
              </p:cNvPr>
              <p:cNvCxnSpPr>
                <a:cxnSpLocks/>
                <a:stCxn id="231" idx="6"/>
                <a:endCxn id="233" idx="2"/>
              </p:cNvCxnSpPr>
              <p:nvPr/>
            </p:nvCxnSpPr>
            <p:spPr>
              <a:xfrm flipH="1" flipV="1">
                <a:off x="4995331" y="1298223"/>
                <a:ext cx="931334" cy="12699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E90E2BC8-60CF-CB49-9E12-7EFFB6189D02}"/>
                  </a:ext>
                </a:extLst>
              </p:cNvPr>
              <p:cNvCxnSpPr>
                <a:cxnSpLocks/>
                <a:stCxn id="231" idx="6"/>
                <a:endCxn id="234" idx="2"/>
              </p:cNvCxnSpPr>
              <p:nvPr/>
            </p:nvCxnSpPr>
            <p:spPr>
              <a:xfrm flipH="1" flipV="1">
                <a:off x="4995331" y="1721556"/>
                <a:ext cx="931334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30FB678F-0FC2-6902-4CD7-F1D2D6F5B286}"/>
                  </a:ext>
                </a:extLst>
              </p:cNvPr>
              <p:cNvCxnSpPr>
                <a:cxnSpLocks/>
                <a:stCxn id="231" idx="6"/>
                <a:endCxn id="235" idx="2"/>
              </p:cNvCxnSpPr>
              <p:nvPr/>
            </p:nvCxnSpPr>
            <p:spPr>
              <a:xfrm flipH="1" flipV="1">
                <a:off x="4995332" y="2144889"/>
                <a:ext cx="931333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1A4E8FBD-A83C-A50E-3964-35269433C6B1}"/>
                  </a:ext>
                </a:extLst>
              </p:cNvPr>
              <p:cNvCxnSpPr>
                <a:cxnSpLocks/>
                <a:stCxn id="231" idx="6"/>
                <a:endCxn id="236" idx="2"/>
              </p:cNvCxnSpPr>
              <p:nvPr/>
            </p:nvCxnSpPr>
            <p:spPr>
              <a:xfrm flipH="1">
                <a:off x="4995332" y="2568222"/>
                <a:ext cx="93133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BED9D909-2B09-868B-1BF6-8FE058DB3427}"/>
                  </a:ext>
                </a:extLst>
              </p:cNvPr>
              <p:cNvCxnSpPr>
                <a:cxnSpLocks/>
                <a:stCxn id="231" idx="6"/>
                <a:endCxn id="237" idx="2"/>
              </p:cNvCxnSpPr>
              <p:nvPr/>
            </p:nvCxnSpPr>
            <p:spPr>
              <a:xfrm flipH="1">
                <a:off x="4995332" y="2568222"/>
                <a:ext cx="931333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BDFCCE1E-FA49-ED85-75E8-C57FD2E2F703}"/>
                  </a:ext>
                </a:extLst>
              </p:cNvPr>
              <p:cNvCxnSpPr>
                <a:cxnSpLocks/>
                <a:stCxn id="231" idx="6"/>
                <a:endCxn id="238" idx="2"/>
              </p:cNvCxnSpPr>
              <p:nvPr/>
            </p:nvCxnSpPr>
            <p:spPr>
              <a:xfrm flipH="1">
                <a:off x="4995332" y="2568222"/>
                <a:ext cx="931333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88F2EE28-614A-EE36-D118-8200D6822FC0}"/>
                  </a:ext>
                </a:extLst>
              </p:cNvPr>
              <p:cNvCxnSpPr>
                <a:cxnSpLocks/>
                <a:stCxn id="232" idx="6"/>
                <a:endCxn id="233" idx="2"/>
              </p:cNvCxnSpPr>
              <p:nvPr/>
            </p:nvCxnSpPr>
            <p:spPr>
              <a:xfrm flipH="1" flipV="1">
                <a:off x="4995331" y="1298223"/>
                <a:ext cx="931334" cy="16933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1DDC3A30-A787-7969-8E1D-76A790A01297}"/>
                  </a:ext>
                </a:extLst>
              </p:cNvPr>
              <p:cNvCxnSpPr>
                <a:cxnSpLocks/>
                <a:stCxn id="232" idx="6"/>
                <a:endCxn id="234" idx="2"/>
              </p:cNvCxnSpPr>
              <p:nvPr/>
            </p:nvCxnSpPr>
            <p:spPr>
              <a:xfrm flipH="1" flipV="1">
                <a:off x="4995331" y="1721556"/>
                <a:ext cx="931334" cy="12699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A4EC5EA2-FC3C-99D1-7651-24BC9FCCB2A9}"/>
                  </a:ext>
                </a:extLst>
              </p:cNvPr>
              <p:cNvCxnSpPr>
                <a:cxnSpLocks/>
                <a:stCxn id="232" idx="6"/>
                <a:endCxn id="235" idx="2"/>
              </p:cNvCxnSpPr>
              <p:nvPr/>
            </p:nvCxnSpPr>
            <p:spPr>
              <a:xfrm flipH="1" flipV="1">
                <a:off x="4995332" y="2144889"/>
                <a:ext cx="931333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82850E95-A46D-EDC5-48F8-159D8AE67D6E}"/>
                  </a:ext>
                </a:extLst>
              </p:cNvPr>
              <p:cNvCxnSpPr>
                <a:cxnSpLocks/>
                <a:stCxn id="232" idx="6"/>
                <a:endCxn id="236" idx="2"/>
              </p:cNvCxnSpPr>
              <p:nvPr/>
            </p:nvCxnSpPr>
            <p:spPr>
              <a:xfrm flipH="1" flipV="1">
                <a:off x="4995332" y="2568222"/>
                <a:ext cx="931333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00936EDE-4313-7D20-F2DC-6512358A0304}"/>
                  </a:ext>
                </a:extLst>
              </p:cNvPr>
              <p:cNvCxnSpPr>
                <a:cxnSpLocks/>
                <a:stCxn id="232" idx="6"/>
                <a:endCxn id="237" idx="2"/>
              </p:cNvCxnSpPr>
              <p:nvPr/>
            </p:nvCxnSpPr>
            <p:spPr>
              <a:xfrm flipH="1">
                <a:off x="4995332" y="2991555"/>
                <a:ext cx="93133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A42DEFBD-7A6D-5554-8682-AAF1586CD087}"/>
                  </a:ext>
                </a:extLst>
              </p:cNvPr>
              <p:cNvCxnSpPr>
                <a:cxnSpLocks/>
                <a:stCxn id="232" idx="6"/>
                <a:endCxn id="238" idx="2"/>
              </p:cNvCxnSpPr>
              <p:nvPr/>
            </p:nvCxnSpPr>
            <p:spPr>
              <a:xfrm flipH="1">
                <a:off x="4995332" y="2991555"/>
                <a:ext cx="931333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78230C6C-2419-4C96-9837-49EF333E47B9}"/>
                  </a:ext>
                </a:extLst>
              </p:cNvPr>
              <p:cNvCxnSpPr>
                <a:cxnSpLocks/>
                <a:stCxn id="233" idx="6"/>
                <a:endCxn id="16" idx="6"/>
              </p:cNvCxnSpPr>
              <p:nvPr/>
            </p:nvCxnSpPr>
            <p:spPr>
              <a:xfrm flipH="1">
                <a:off x="3894666" y="1298223"/>
                <a:ext cx="841020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C85FB438-453D-D2C1-0E49-37C8BBC2E978}"/>
                  </a:ext>
                </a:extLst>
              </p:cNvPr>
              <p:cNvCxnSpPr>
                <a:cxnSpLocks/>
                <a:stCxn id="234" idx="6"/>
                <a:endCxn id="16" idx="6"/>
              </p:cNvCxnSpPr>
              <p:nvPr/>
            </p:nvCxnSpPr>
            <p:spPr>
              <a:xfrm flipH="1">
                <a:off x="3894666" y="1721556"/>
                <a:ext cx="841020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65FA34EF-8E55-AF68-E215-44C811EF9F74}"/>
                  </a:ext>
                </a:extLst>
              </p:cNvPr>
              <p:cNvCxnSpPr>
                <a:cxnSpLocks/>
                <a:stCxn id="235" idx="6"/>
                <a:endCxn id="16" idx="6"/>
              </p:cNvCxnSpPr>
              <p:nvPr/>
            </p:nvCxnSpPr>
            <p:spPr>
              <a:xfrm flipH="1">
                <a:off x="3894666" y="2144889"/>
                <a:ext cx="84102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75EA2B79-E40C-4B61-3C88-463A309FDECE}"/>
                  </a:ext>
                </a:extLst>
              </p:cNvPr>
              <p:cNvCxnSpPr>
                <a:cxnSpLocks/>
                <a:stCxn id="236" idx="6"/>
                <a:endCxn id="16" idx="6"/>
              </p:cNvCxnSpPr>
              <p:nvPr/>
            </p:nvCxnSpPr>
            <p:spPr>
              <a:xfrm flipH="1" flipV="1">
                <a:off x="3894666" y="2144889"/>
                <a:ext cx="841021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4BE8E19E-EFFE-A6F1-AA2C-1BC0AD30CD9F}"/>
                  </a:ext>
                </a:extLst>
              </p:cNvPr>
              <p:cNvCxnSpPr>
                <a:cxnSpLocks/>
                <a:stCxn id="237" idx="6"/>
                <a:endCxn id="16" idx="6"/>
              </p:cNvCxnSpPr>
              <p:nvPr/>
            </p:nvCxnSpPr>
            <p:spPr>
              <a:xfrm flipH="1" flipV="1">
                <a:off x="3894666" y="2144889"/>
                <a:ext cx="841021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84222B6A-57CE-3C84-63F8-635A485C71EA}"/>
                  </a:ext>
                </a:extLst>
              </p:cNvPr>
              <p:cNvCxnSpPr>
                <a:cxnSpLocks/>
                <a:stCxn id="238" idx="6"/>
                <a:endCxn id="16" idx="6"/>
              </p:cNvCxnSpPr>
              <p:nvPr/>
            </p:nvCxnSpPr>
            <p:spPr>
              <a:xfrm flipH="1" flipV="1">
                <a:off x="3894666" y="2144889"/>
                <a:ext cx="841021" cy="12699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D0AF1414-4D97-F220-6BB8-402E72AA3B74}"/>
                  </a:ext>
                </a:extLst>
              </p:cNvPr>
              <p:cNvCxnSpPr>
                <a:cxnSpLocks/>
                <a:stCxn id="233" idx="6"/>
                <a:endCxn id="17" idx="6"/>
              </p:cNvCxnSpPr>
              <p:nvPr/>
            </p:nvCxnSpPr>
            <p:spPr>
              <a:xfrm flipH="1">
                <a:off x="3894666" y="1298223"/>
                <a:ext cx="841020" cy="12699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1B2D90A2-4A95-C123-4D8A-22521218EBDA}"/>
                  </a:ext>
                </a:extLst>
              </p:cNvPr>
              <p:cNvCxnSpPr>
                <a:cxnSpLocks/>
                <a:stCxn id="234" idx="6"/>
                <a:endCxn id="17" idx="6"/>
              </p:cNvCxnSpPr>
              <p:nvPr/>
            </p:nvCxnSpPr>
            <p:spPr>
              <a:xfrm flipH="1">
                <a:off x="3894666" y="1721556"/>
                <a:ext cx="841020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B5150213-1A56-B985-8742-2AF3F1CB4647}"/>
                  </a:ext>
                </a:extLst>
              </p:cNvPr>
              <p:cNvCxnSpPr>
                <a:cxnSpLocks/>
                <a:stCxn id="235" idx="6"/>
                <a:endCxn id="17" idx="6"/>
              </p:cNvCxnSpPr>
              <p:nvPr/>
            </p:nvCxnSpPr>
            <p:spPr>
              <a:xfrm flipH="1">
                <a:off x="3894666" y="2144889"/>
                <a:ext cx="841021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623E0949-2B54-CE40-C7F5-A2B4215421CB}"/>
                  </a:ext>
                </a:extLst>
              </p:cNvPr>
              <p:cNvCxnSpPr>
                <a:cxnSpLocks/>
                <a:stCxn id="236" idx="6"/>
                <a:endCxn id="17" idx="6"/>
              </p:cNvCxnSpPr>
              <p:nvPr/>
            </p:nvCxnSpPr>
            <p:spPr>
              <a:xfrm flipH="1">
                <a:off x="3894666" y="2568222"/>
                <a:ext cx="84102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815B823C-4186-F962-EA70-4DF2B373FD95}"/>
                  </a:ext>
                </a:extLst>
              </p:cNvPr>
              <p:cNvCxnSpPr>
                <a:cxnSpLocks/>
                <a:stCxn id="237" idx="6"/>
                <a:endCxn id="17" idx="6"/>
              </p:cNvCxnSpPr>
              <p:nvPr/>
            </p:nvCxnSpPr>
            <p:spPr>
              <a:xfrm flipH="1" flipV="1">
                <a:off x="3894666" y="2568222"/>
                <a:ext cx="841021" cy="4233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3D5F86EB-3AA9-FCE7-688B-86DFA4133582}"/>
                  </a:ext>
                </a:extLst>
              </p:cNvPr>
              <p:cNvCxnSpPr>
                <a:cxnSpLocks/>
                <a:stCxn id="238" idx="6"/>
                <a:endCxn id="17" idx="6"/>
              </p:cNvCxnSpPr>
              <p:nvPr/>
            </p:nvCxnSpPr>
            <p:spPr>
              <a:xfrm flipH="1" flipV="1">
                <a:off x="3894666" y="2568222"/>
                <a:ext cx="841021" cy="846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9" name="TextBox 288">
                    <a:extLst>
                      <a:ext uri="{FF2B5EF4-FFF2-40B4-BE49-F238E27FC236}">
                        <a16:creationId xmlns:a16="http://schemas.microsoft.com/office/drawing/2014/main" id="{4B357AAF-93FB-924F-F806-9814E0BC653D}"/>
                      </a:ext>
                    </a:extLst>
                  </p:cNvPr>
                  <p:cNvSpPr txBox="1"/>
                  <p:nvPr/>
                </p:nvSpPr>
                <p:spPr>
                  <a:xfrm>
                    <a:off x="1347797" y="3558084"/>
                    <a:ext cx="196913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289" name="TextBox 288">
                    <a:extLst>
                      <a:ext uri="{FF2B5EF4-FFF2-40B4-BE49-F238E27FC236}">
                        <a16:creationId xmlns:a16="http://schemas.microsoft.com/office/drawing/2014/main" id="{4B357AAF-93FB-924F-F806-9814E0BC65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47797" y="3558084"/>
                    <a:ext cx="196913" cy="30777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37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0" name="TextBox 289">
                    <a:extLst>
                      <a:ext uri="{FF2B5EF4-FFF2-40B4-BE49-F238E27FC236}">
                        <a16:creationId xmlns:a16="http://schemas.microsoft.com/office/drawing/2014/main" id="{F2AAE9C8-2CEF-4472-6412-7980D490DF5A}"/>
                      </a:ext>
                    </a:extLst>
                  </p:cNvPr>
                  <p:cNvSpPr txBox="1"/>
                  <p:nvPr/>
                </p:nvSpPr>
                <p:spPr>
                  <a:xfrm>
                    <a:off x="3729013" y="3558084"/>
                    <a:ext cx="18069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>
              <p:sp>
                <p:nvSpPr>
                  <p:cNvPr id="290" name="TextBox 289">
                    <a:extLst>
                      <a:ext uri="{FF2B5EF4-FFF2-40B4-BE49-F238E27FC236}">
                        <a16:creationId xmlns:a16="http://schemas.microsoft.com/office/drawing/2014/main" id="{F2AAE9C8-2CEF-4472-6412-7980D490DF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29013" y="3558084"/>
                    <a:ext cx="180690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3333" r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1" name="TextBox 290">
                    <a:extLst>
                      <a:ext uri="{FF2B5EF4-FFF2-40B4-BE49-F238E27FC236}">
                        <a16:creationId xmlns:a16="http://schemas.microsoft.com/office/drawing/2014/main" id="{3EFAC041-B17B-B5F9-29F5-00A03F2D47FE}"/>
                      </a:ext>
                    </a:extLst>
                  </p:cNvPr>
                  <p:cNvSpPr txBox="1"/>
                  <p:nvPr/>
                </p:nvSpPr>
                <p:spPr>
                  <a:xfrm>
                    <a:off x="5939742" y="3558084"/>
                    <a:ext cx="25487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291" name="TextBox 290">
                    <a:extLst>
                      <a:ext uri="{FF2B5EF4-FFF2-40B4-BE49-F238E27FC236}">
                        <a16:creationId xmlns:a16="http://schemas.microsoft.com/office/drawing/2014/main" id="{3EFAC041-B17B-B5F9-29F5-00A03F2D47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39742" y="3558084"/>
                    <a:ext cx="254877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8095" r="-19048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632BBD09-F967-34CD-D8C1-ABBF8319A744}"/>
                  </a:ext>
                </a:extLst>
              </p:cNvPr>
              <p:cNvCxnSpPr/>
              <p:nvPr/>
            </p:nvCxnSpPr>
            <p:spPr>
              <a:xfrm>
                <a:off x="1452852" y="903111"/>
                <a:ext cx="230867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4" name="TextBox 293">
                    <a:extLst>
                      <a:ext uri="{FF2B5EF4-FFF2-40B4-BE49-F238E27FC236}">
                        <a16:creationId xmlns:a16="http://schemas.microsoft.com/office/drawing/2014/main" id="{BD159EEF-D93F-CBB5-81EC-A655E3B5F8BB}"/>
                      </a:ext>
                    </a:extLst>
                  </p:cNvPr>
                  <p:cNvSpPr txBox="1"/>
                  <p:nvPr/>
                </p:nvSpPr>
                <p:spPr>
                  <a:xfrm>
                    <a:off x="2571094" y="539955"/>
                    <a:ext cx="201465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294" name="TextBox 293">
                    <a:extLst>
                      <a:ext uri="{FF2B5EF4-FFF2-40B4-BE49-F238E27FC236}">
                        <a16:creationId xmlns:a16="http://schemas.microsoft.com/office/drawing/2014/main" id="{BD159EEF-D93F-CBB5-81EC-A655E3B5F8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71094" y="539955"/>
                    <a:ext cx="201465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1176" r="-35294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95" name="Straight Arrow Connector 294">
                <a:extLst>
                  <a:ext uri="{FF2B5EF4-FFF2-40B4-BE49-F238E27FC236}">
                    <a16:creationId xmlns:a16="http://schemas.microsoft.com/office/drawing/2014/main" id="{98B43E6C-1623-1C65-795F-8942ABBC3862}"/>
                  </a:ext>
                </a:extLst>
              </p:cNvPr>
              <p:cNvCxnSpPr/>
              <p:nvPr/>
            </p:nvCxnSpPr>
            <p:spPr>
              <a:xfrm>
                <a:off x="3787322" y="903111"/>
                <a:ext cx="230867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6" name="TextBox 295">
                    <a:extLst>
                      <a:ext uri="{FF2B5EF4-FFF2-40B4-BE49-F238E27FC236}">
                        <a16:creationId xmlns:a16="http://schemas.microsoft.com/office/drawing/2014/main" id="{EFA4198A-5268-F3A5-6839-1C4931879763}"/>
                      </a:ext>
                    </a:extLst>
                  </p:cNvPr>
                  <p:cNvSpPr txBox="1"/>
                  <p:nvPr/>
                </p:nvSpPr>
                <p:spPr>
                  <a:xfrm>
                    <a:off x="4589475" y="547470"/>
                    <a:ext cx="465512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296" name="TextBox 295">
                    <a:extLst>
                      <a:ext uri="{FF2B5EF4-FFF2-40B4-BE49-F238E27FC236}">
                        <a16:creationId xmlns:a16="http://schemas.microsoft.com/office/drawing/2014/main" id="{EFA4198A-5268-F3A5-6839-1C49318797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9475" y="547470"/>
                    <a:ext cx="465512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8919" r="-5405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9EBD67E0-908A-4FF7-2D8E-59FE06D2A48D}"/>
                  </a:ext>
                </a:extLst>
              </p:cNvPr>
              <p:cNvSpPr txBox="1"/>
              <p:nvPr/>
            </p:nvSpPr>
            <p:spPr>
              <a:xfrm>
                <a:off x="835197" y="3835725"/>
                <a:ext cx="11996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 data</a:t>
                </a:r>
              </a:p>
            </p:txBody>
          </p: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13114CFC-6929-7B3B-A140-1CAAB73F6755}"/>
                  </a:ext>
                </a:extLst>
              </p:cNvPr>
              <p:cNvSpPr txBox="1"/>
              <p:nvPr/>
            </p:nvSpPr>
            <p:spPr>
              <a:xfrm>
                <a:off x="2600101" y="3835725"/>
                <a:ext cx="23294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Latent representation</a:t>
                </a:r>
              </a:p>
            </p:txBody>
          </p: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AFE562DD-877F-DC4B-6196-9A57CF2F3E91}"/>
                  </a:ext>
                </a:extLst>
              </p:cNvPr>
              <p:cNvSpPr txBox="1"/>
              <p:nvPr/>
            </p:nvSpPr>
            <p:spPr>
              <a:xfrm>
                <a:off x="5203436" y="3835725"/>
                <a:ext cx="17173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Reconstruction</a:t>
                </a:r>
              </a:p>
            </p:txBody>
          </p: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98492E3C-A102-4550-C3AC-7296FBF87C92}"/>
                  </a:ext>
                </a:extLst>
              </p:cNvPr>
              <p:cNvSpPr txBox="1"/>
              <p:nvPr/>
            </p:nvSpPr>
            <p:spPr>
              <a:xfrm>
                <a:off x="1393338" y="885037"/>
                <a:ext cx="10166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Encoder</a:t>
                </a: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E8B0D2A9-4F10-4079-4E04-7A49769D6333}"/>
                  </a:ext>
                </a:extLst>
              </p:cNvPr>
              <p:cNvSpPr txBox="1"/>
              <p:nvPr/>
            </p:nvSpPr>
            <p:spPr>
              <a:xfrm>
                <a:off x="3747907" y="885037"/>
                <a:ext cx="10422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Decoder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2" name="TextBox 301">
                    <a:extLst>
                      <a:ext uri="{FF2B5EF4-FFF2-40B4-BE49-F238E27FC236}">
                        <a16:creationId xmlns:a16="http://schemas.microsoft.com/office/drawing/2014/main" id="{B5715E37-4E8A-B3D6-D77C-2D50B365EBF8}"/>
                      </a:ext>
                    </a:extLst>
                  </p:cNvPr>
                  <p:cNvSpPr txBox="1"/>
                  <p:nvPr/>
                </p:nvSpPr>
                <p:spPr>
                  <a:xfrm>
                    <a:off x="3664431" y="1955645"/>
                    <a:ext cx="200824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02" name="TextBox 301">
                    <a:extLst>
                      <a:ext uri="{FF2B5EF4-FFF2-40B4-BE49-F238E27FC236}">
                        <a16:creationId xmlns:a16="http://schemas.microsoft.com/office/drawing/2014/main" id="{B5715E37-4E8A-B3D6-D77C-2D50B365EB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64431" y="1955645"/>
                    <a:ext cx="200824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9412" r="-23529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3" name="TextBox 302">
                    <a:extLst>
                      <a:ext uri="{FF2B5EF4-FFF2-40B4-BE49-F238E27FC236}">
                        <a16:creationId xmlns:a16="http://schemas.microsoft.com/office/drawing/2014/main" id="{AC8EF367-5173-0BD9-729E-4044F4E1539B}"/>
                      </a:ext>
                    </a:extLst>
                  </p:cNvPr>
                  <p:cNvSpPr txBox="1"/>
                  <p:nvPr/>
                </p:nvSpPr>
                <p:spPr>
                  <a:xfrm>
                    <a:off x="3664431" y="2391754"/>
                    <a:ext cx="209866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03" name="TextBox 302">
                    <a:extLst>
                      <a:ext uri="{FF2B5EF4-FFF2-40B4-BE49-F238E27FC236}">
                        <a16:creationId xmlns:a16="http://schemas.microsoft.com/office/drawing/2014/main" id="{AC8EF367-5173-0BD9-729E-4044F4E153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64431" y="2391754"/>
                    <a:ext cx="209866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1111" r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4" name="TextBox 303">
                    <a:extLst>
                      <a:ext uri="{FF2B5EF4-FFF2-40B4-BE49-F238E27FC236}">
                        <a16:creationId xmlns:a16="http://schemas.microsoft.com/office/drawing/2014/main" id="{4ED65A5E-425F-9893-7D51-E0AE008375E4}"/>
                      </a:ext>
                    </a:extLst>
                  </p:cNvPr>
                  <p:cNvSpPr txBox="1"/>
                  <p:nvPr/>
                </p:nvSpPr>
                <p:spPr>
                  <a:xfrm>
                    <a:off x="2435196" y="4207020"/>
                    <a:ext cx="271029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04" name="TextBox 303">
                    <a:extLst>
                      <a:ext uri="{FF2B5EF4-FFF2-40B4-BE49-F238E27FC236}">
                        <a16:creationId xmlns:a16="http://schemas.microsoft.com/office/drawing/2014/main" id="{4ED65A5E-425F-9893-7D51-E0AE008375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35196" y="4207020"/>
                    <a:ext cx="2710294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7" name="Bent Arrow 306">
              <a:extLst>
                <a:ext uri="{FF2B5EF4-FFF2-40B4-BE49-F238E27FC236}">
                  <a16:creationId xmlns:a16="http://schemas.microsoft.com/office/drawing/2014/main" id="{C635D839-19CE-CAB9-4FBC-6479C3854E63}"/>
                </a:ext>
              </a:extLst>
            </p:cNvPr>
            <p:cNvSpPr/>
            <p:nvPr/>
          </p:nvSpPr>
          <p:spPr>
            <a:xfrm rot="16200000">
              <a:off x="1755535" y="3865682"/>
              <a:ext cx="656493" cy="1647095"/>
            </a:xfrm>
            <a:prstGeom prst="bentArrow">
              <a:avLst>
                <a:gd name="adj1" fmla="val 11335"/>
                <a:gd name="adj2" fmla="val 16925"/>
                <a:gd name="adj3" fmla="val 25000"/>
                <a:gd name="adj4" fmla="val 43750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8" name="Bent Arrow 307">
              <a:extLst>
                <a:ext uri="{FF2B5EF4-FFF2-40B4-BE49-F238E27FC236}">
                  <a16:creationId xmlns:a16="http://schemas.microsoft.com/office/drawing/2014/main" id="{E55AA03C-FAD3-EACA-50BA-5E8ACD42E854}"/>
                </a:ext>
              </a:extLst>
            </p:cNvPr>
            <p:cNvSpPr/>
            <p:nvPr/>
          </p:nvSpPr>
          <p:spPr>
            <a:xfrm rot="5400000" flipH="1">
              <a:off x="5032131" y="3865682"/>
              <a:ext cx="656494" cy="1647095"/>
            </a:xfrm>
            <a:prstGeom prst="bentArrow">
              <a:avLst>
                <a:gd name="adj1" fmla="val 11335"/>
                <a:gd name="adj2" fmla="val 16925"/>
                <a:gd name="adj3" fmla="val 25000"/>
                <a:gd name="adj4" fmla="val 43750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id="{C4997888-063B-ECE5-E143-F2380CE5FC03}"/>
                    </a:ext>
                  </a:extLst>
                </p:cNvPr>
                <p:cNvSpPr txBox="1"/>
                <p:nvPr/>
              </p:nvSpPr>
              <p:spPr>
                <a:xfrm>
                  <a:off x="1901651" y="4770511"/>
                  <a:ext cx="3777381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u="sng" dirty="0"/>
                    <a:t>Training loss</a:t>
                  </a:r>
                </a:p>
                <a:p>
                  <a:pPr algn="ctr"/>
                  <a:endParaRPr lang="en-US" sz="8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KL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i="1" dirty="0"/>
                </a:p>
              </p:txBody>
            </p:sp>
          </mc:Choice>
          <mc:Fallback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id="{C4997888-063B-ECE5-E143-F2380CE5FC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1651" y="4770511"/>
                  <a:ext cx="3777381" cy="769441"/>
                </a:xfrm>
                <a:prstGeom prst="rect">
                  <a:avLst/>
                </a:prstGeom>
                <a:blipFill>
                  <a:blip r:embed="rId10"/>
                  <a:stretch>
                    <a:fillRect t="-3226"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85047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37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Blackledge</dc:creator>
  <cp:lastModifiedBy>Matthew Blackledge</cp:lastModifiedBy>
  <cp:revision>5</cp:revision>
  <dcterms:created xsi:type="dcterms:W3CDTF">2026-02-09T15:09:34Z</dcterms:created>
  <dcterms:modified xsi:type="dcterms:W3CDTF">2026-02-09T21:04:53Z</dcterms:modified>
</cp:coreProperties>
</file>