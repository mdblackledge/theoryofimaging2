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0"/>
    <p:restoredTop sz="94702"/>
  </p:normalViewPr>
  <p:slideViewPr>
    <p:cSldViewPr snapToGrid="0">
      <p:cViewPr>
        <p:scale>
          <a:sx n="73" d="100"/>
          <a:sy n="73" d="100"/>
        </p:scale>
        <p:origin x="792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6D316-F873-D868-D487-013B0AE7AC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AD8BC-2FDC-7C00-4C62-BDC5BD2C84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F33A0-B641-CAF1-D074-335BD86D8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02B517-0104-9532-3CC5-A6885C18A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EB819-C14E-9DC6-8087-EE48F8917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307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8BFB2-C1AB-1121-71AB-866158D95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ABEBC-E998-6564-E8C9-72940226B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0D3F36-FA30-FBA7-A7E1-77058D3B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774C-F48C-E857-5263-D70DED9A0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8EFC2-C825-A3E0-6AB5-7B475CC71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164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34CA3-C58F-9BB4-D8AE-2AA81885C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FC3F-F037-6163-7B74-8ABEEEE1C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C9571B-0E87-A966-F376-D788C592A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D06CB4-0576-1BCA-1947-695F3E45E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6599B-D2F6-4A5B-13AF-FB91116B1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83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980D8-10A3-0BA6-68A9-603B97CF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7C6C3-22EA-1741-B931-FA0BCB766D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FBA8E-2315-6E4D-EBC0-F933BD5F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AE9A70-C296-40F6-5997-17AE86F75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8F805-900B-C210-D832-9509884C0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C04A4-12D0-1BA0-871E-0ACF3F3B1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1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FA283-21BF-1655-5126-991EE0A9C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9AD1A9-F10B-749F-ED5E-F6144E473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7B95A1-E399-BDB5-317E-68ACC4260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C364CB-D268-6FE8-55B2-B37F5536B8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067D16-552E-B14B-E50E-2AF56F634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215CA7-5CCE-27B7-0536-E64DFF44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79312F-72AA-62C7-3285-4EF297659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845403-CFC1-5C9E-B46A-661A96834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2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1BBE5-F532-EF1C-34E5-C28387DF0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36C3A-FD14-CBE5-CB8C-55220874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D8312C-BD92-D324-A43C-902A527CC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E1A1C0-2D77-3B9A-CA3D-B9233DDA6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06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4F30FC-FE0D-9C84-D014-EC83DA06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4BEF8-37C8-BE7D-208A-ACD83D253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69806-BF77-4EB9-B1AA-56D6E66AD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9939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61C66-4BB5-0EB0-9662-F7369235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C5013-3BBC-8C80-06BA-61A007ED1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8440D-4BF1-F65E-DBA8-BF19BD662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AEF969-4FCD-D3F3-048A-7021318F5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CFF4-4A3F-CBCA-E248-371A2F3FA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EDCD36-7786-D933-11E4-6EBC0E95D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42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9B7-3916-50B3-8921-5764B322A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516EDE-3C18-EE6E-BBD3-6205C17EA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3664F-2FFD-605E-035F-1B6BD970A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393A25-190B-2158-4198-0584CB422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6E6D8C-6D37-5C0A-1AC0-019BFF4A9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6F170A-DCAD-3CF8-6789-00D5A10F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102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BE05-87DB-9836-7DE3-31A8394E3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420F7A-3730-9B27-953E-65453BDA06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02C42-C2C1-59FA-1A3C-05EA41AAF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19468-A193-09F9-128E-FF620DF5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2EE82-3FFE-11F4-7992-3F7C16353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284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DBC9BF-64E3-DF08-4415-851C41C9F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3ACAA4-1D6D-01A7-86D8-07343BF64C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3B1B-E6EC-FD25-4E43-2669A356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3F8A5-BB67-A59C-42E1-EC9C4E120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208A8-2695-D6EF-98D9-635F5E155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188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3D03DE-8A06-1098-906C-CDEC99223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9D751D-78E4-8D44-D8ED-5B54707B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36100-60BE-E286-60F3-0980E838C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0A351C-1360-2E49-BEFD-6C75C47AB96A}" type="datetimeFigureOut">
              <a:rPr lang="en-US" smtClean="0"/>
              <a:t>2/9/26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F8D0F-EC85-90B9-C29B-D9A0A1AAA0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6DE970-8F33-8864-A8E9-A585B3439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0E5964-06F5-DB40-8B66-F24291501B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02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" name="Group 309">
            <a:extLst>
              <a:ext uri="{FF2B5EF4-FFF2-40B4-BE49-F238E27FC236}">
                <a16:creationId xmlns:a16="http://schemas.microsoft.com/office/drawing/2014/main" id="{1950ED85-015B-59E1-831A-C839B4CAE815}"/>
              </a:ext>
            </a:extLst>
          </p:cNvPr>
          <p:cNvGrpSpPr/>
          <p:nvPr/>
        </p:nvGrpSpPr>
        <p:grpSpPr>
          <a:xfrm>
            <a:off x="609600" y="445477"/>
            <a:ext cx="6518031" cy="5205046"/>
            <a:chOff x="609600" y="445477"/>
            <a:chExt cx="6518031" cy="5205046"/>
          </a:xfrm>
        </p:grpSpPr>
        <p:sp>
          <p:nvSpPr>
            <p:cNvPr id="306" name="Rectangle 305">
              <a:extLst>
                <a:ext uri="{FF2B5EF4-FFF2-40B4-BE49-F238E27FC236}">
                  <a16:creationId xmlns:a16="http://schemas.microsoft.com/office/drawing/2014/main" id="{4B9389CB-7E48-70D1-63B9-885C31C8C49F}"/>
                </a:ext>
              </a:extLst>
            </p:cNvPr>
            <p:cNvSpPr/>
            <p:nvPr/>
          </p:nvSpPr>
          <p:spPr>
            <a:xfrm>
              <a:off x="609600" y="445477"/>
              <a:ext cx="6518031" cy="52050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842A6700-A6DD-F5D4-BD67-F2084CE1FAA4}"/>
                </a:ext>
              </a:extLst>
            </p:cNvPr>
            <p:cNvGrpSpPr/>
            <p:nvPr/>
          </p:nvGrpSpPr>
          <p:grpSpPr>
            <a:xfrm>
              <a:off x="835197" y="539955"/>
              <a:ext cx="6085633" cy="4036397"/>
              <a:chOff x="835197" y="539955"/>
              <a:chExt cx="6085633" cy="4036397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3E853643-7174-5F44-F39E-F0B8CBF69919}"/>
                  </a:ext>
                </a:extLst>
              </p:cNvPr>
              <p:cNvSpPr/>
              <p:nvPr/>
            </p:nvSpPr>
            <p:spPr>
              <a:xfrm>
                <a:off x="1343378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D7FF0BF-CC94-0B2E-FDBD-04D12DF47AA3}"/>
                  </a:ext>
                </a:extLst>
              </p:cNvPr>
              <p:cNvSpPr/>
              <p:nvPr/>
            </p:nvSpPr>
            <p:spPr>
              <a:xfrm>
                <a:off x="1343378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B3CD012-B9CD-D048-9AAE-A919AE54B232}"/>
                  </a:ext>
                </a:extLst>
              </p:cNvPr>
              <p:cNvSpPr/>
              <p:nvPr/>
            </p:nvSpPr>
            <p:spPr>
              <a:xfrm>
                <a:off x="134337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331AC0F9-F8A2-5DCA-D735-B21E53505221}"/>
                  </a:ext>
                </a:extLst>
              </p:cNvPr>
              <p:cNvSpPr/>
              <p:nvPr/>
            </p:nvSpPr>
            <p:spPr>
              <a:xfrm>
                <a:off x="134337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75946BD-FE62-39AF-7DC0-4D6683D7B219}"/>
                  </a:ext>
                </a:extLst>
              </p:cNvPr>
              <p:cNvSpPr/>
              <p:nvPr/>
            </p:nvSpPr>
            <p:spPr>
              <a:xfrm>
                <a:off x="253435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90D1E32F-330A-BD2C-5D3D-0557068B0981}"/>
                  </a:ext>
                </a:extLst>
              </p:cNvPr>
              <p:cNvSpPr/>
              <p:nvPr/>
            </p:nvSpPr>
            <p:spPr>
              <a:xfrm>
                <a:off x="253435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B0B91AA-0939-66D4-E0BF-89DBFA10BC05}"/>
                  </a:ext>
                </a:extLst>
              </p:cNvPr>
              <p:cNvSpPr/>
              <p:nvPr/>
            </p:nvSpPr>
            <p:spPr>
              <a:xfrm>
                <a:off x="2534355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2619B29-D78B-D4C5-F66F-DED93C7D701A}"/>
                  </a:ext>
                </a:extLst>
              </p:cNvPr>
              <p:cNvSpPr/>
              <p:nvPr/>
            </p:nvSpPr>
            <p:spPr>
              <a:xfrm>
                <a:off x="253435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4221A07-D1CE-DC18-5B70-47BBF49B5DF8}"/>
                  </a:ext>
                </a:extLst>
              </p:cNvPr>
              <p:cNvSpPr/>
              <p:nvPr/>
            </p:nvSpPr>
            <p:spPr>
              <a:xfrm>
                <a:off x="253435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0E21393-C6E5-5731-41DC-DA7C6382158F}"/>
                  </a:ext>
                </a:extLst>
              </p:cNvPr>
              <p:cNvSpPr/>
              <p:nvPr/>
            </p:nvSpPr>
            <p:spPr>
              <a:xfrm>
                <a:off x="2534355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12DC84C-4573-777C-E832-F9755EF0DC46}"/>
                  </a:ext>
                </a:extLst>
              </p:cNvPr>
              <p:cNvSpPr/>
              <p:nvPr/>
            </p:nvSpPr>
            <p:spPr>
              <a:xfrm>
                <a:off x="3635021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87C53F8-A57D-51B5-80FC-122C7A176905}"/>
                  </a:ext>
                </a:extLst>
              </p:cNvPr>
              <p:cNvSpPr/>
              <p:nvPr/>
            </p:nvSpPr>
            <p:spPr>
              <a:xfrm>
                <a:off x="3635021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BD39808-E520-8D4C-C4F0-AE0739658788}"/>
                  </a:ext>
                </a:extLst>
              </p:cNvPr>
              <p:cNvCxnSpPr>
                <a:cxnSpLocks/>
                <a:stCxn id="4" idx="6"/>
                <a:endCxn id="10" idx="2"/>
              </p:cNvCxnSpPr>
              <p:nvPr/>
            </p:nvCxnSpPr>
            <p:spPr>
              <a:xfrm flipV="1">
                <a:off x="1603023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05805A8-0AAD-4E55-C107-0166F4260E6A}"/>
                  </a:ext>
                </a:extLst>
              </p:cNvPr>
              <p:cNvCxnSpPr>
                <a:cxnSpLocks/>
                <a:stCxn id="4" idx="6"/>
                <a:endCxn id="11" idx="2"/>
              </p:cNvCxnSpPr>
              <p:nvPr/>
            </p:nvCxnSpPr>
            <p:spPr>
              <a:xfrm>
                <a:off x="1603023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4A16569-1A5F-E94E-A595-87DF4784FF6E}"/>
                  </a:ext>
                </a:extLst>
              </p:cNvPr>
              <p:cNvCxnSpPr>
                <a:cxnSpLocks/>
                <a:stCxn id="4" idx="6"/>
                <a:endCxn id="12" idx="2"/>
              </p:cNvCxnSpPr>
              <p:nvPr/>
            </p:nvCxnSpPr>
            <p:spPr>
              <a:xfrm>
                <a:off x="1603023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F340895-E1DF-E4D7-ADC9-EDCA156E67BD}"/>
                  </a:ext>
                </a:extLst>
              </p:cNvPr>
              <p:cNvCxnSpPr>
                <a:cxnSpLocks/>
                <a:stCxn id="4" idx="6"/>
                <a:endCxn id="13" idx="2"/>
              </p:cNvCxnSpPr>
              <p:nvPr/>
            </p:nvCxnSpPr>
            <p:spPr>
              <a:xfrm>
                <a:off x="1603023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12619076-5AA8-023B-AA53-7AA35A17E994}"/>
                  </a:ext>
                </a:extLst>
              </p:cNvPr>
              <p:cNvCxnSpPr>
                <a:cxnSpLocks/>
                <a:stCxn id="4" idx="6"/>
                <a:endCxn id="14" idx="2"/>
              </p:cNvCxnSpPr>
              <p:nvPr/>
            </p:nvCxnSpPr>
            <p:spPr>
              <a:xfrm>
                <a:off x="1603023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3436A2FD-1D71-9E70-7E35-DB46CFB51FC7}"/>
                  </a:ext>
                </a:extLst>
              </p:cNvPr>
              <p:cNvCxnSpPr>
                <a:cxnSpLocks/>
                <a:stCxn id="4" idx="6"/>
                <a:endCxn id="15" idx="2"/>
              </p:cNvCxnSpPr>
              <p:nvPr/>
            </p:nvCxnSpPr>
            <p:spPr>
              <a:xfrm>
                <a:off x="1603023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E72F0F6D-702B-F82A-81AD-A8A99BAEB6B9}"/>
                  </a:ext>
                </a:extLst>
              </p:cNvPr>
              <p:cNvCxnSpPr>
                <a:cxnSpLocks/>
                <a:stCxn id="5" idx="6"/>
                <a:endCxn id="10" idx="2"/>
              </p:cNvCxnSpPr>
              <p:nvPr/>
            </p:nvCxnSpPr>
            <p:spPr>
              <a:xfrm flipV="1">
                <a:off x="1603023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F385354-F299-B7A1-44CF-53A0B0B1C6BC}"/>
                  </a:ext>
                </a:extLst>
              </p:cNvPr>
              <p:cNvCxnSpPr>
                <a:cxnSpLocks/>
                <a:stCxn id="5" idx="6"/>
                <a:endCxn id="11" idx="2"/>
              </p:cNvCxnSpPr>
              <p:nvPr/>
            </p:nvCxnSpPr>
            <p:spPr>
              <a:xfrm flipV="1">
                <a:off x="1603023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56CC4E9C-A747-6524-A292-2CE9A96C09B8}"/>
                  </a:ext>
                </a:extLst>
              </p:cNvPr>
              <p:cNvCxnSpPr>
                <a:cxnSpLocks/>
                <a:stCxn id="5" idx="6"/>
                <a:endCxn id="12" idx="2"/>
              </p:cNvCxnSpPr>
              <p:nvPr/>
            </p:nvCxnSpPr>
            <p:spPr>
              <a:xfrm>
                <a:off x="1603023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3672B9CA-B457-DAD8-CE5E-F4BA7364456D}"/>
                  </a:ext>
                </a:extLst>
              </p:cNvPr>
              <p:cNvCxnSpPr>
                <a:cxnSpLocks/>
                <a:stCxn id="5" idx="6"/>
                <a:endCxn id="13" idx="2"/>
              </p:cNvCxnSpPr>
              <p:nvPr/>
            </p:nvCxnSpPr>
            <p:spPr>
              <a:xfrm>
                <a:off x="1603023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F9AC3C74-A84A-C272-2C80-E62241ADC0A2}"/>
                  </a:ext>
                </a:extLst>
              </p:cNvPr>
              <p:cNvCxnSpPr>
                <a:cxnSpLocks/>
                <a:stCxn id="5" idx="6"/>
                <a:endCxn id="14" idx="2"/>
              </p:cNvCxnSpPr>
              <p:nvPr/>
            </p:nvCxnSpPr>
            <p:spPr>
              <a:xfrm>
                <a:off x="1603023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5EC5249-9C05-B00F-7949-997E3D32770B}"/>
                  </a:ext>
                </a:extLst>
              </p:cNvPr>
              <p:cNvCxnSpPr>
                <a:cxnSpLocks/>
                <a:stCxn id="5" idx="6"/>
                <a:endCxn id="15" idx="2"/>
              </p:cNvCxnSpPr>
              <p:nvPr/>
            </p:nvCxnSpPr>
            <p:spPr>
              <a:xfrm>
                <a:off x="1603023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C5DED07D-DA3B-B369-A1D4-09A35566B02E}"/>
                  </a:ext>
                </a:extLst>
              </p:cNvPr>
              <p:cNvCxnSpPr>
                <a:cxnSpLocks/>
                <a:stCxn id="6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B6B0A8F4-8397-A4C5-55B5-A59B169DBBBB}"/>
                  </a:ext>
                </a:extLst>
              </p:cNvPr>
              <p:cNvCxnSpPr>
                <a:cxnSpLocks/>
                <a:stCxn id="6" idx="6"/>
                <a:endCxn id="11" idx="2"/>
              </p:cNvCxnSpPr>
              <p:nvPr/>
            </p:nvCxnSpPr>
            <p:spPr>
              <a:xfrm flipV="1">
                <a:off x="1603022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ECA937FB-52AB-7012-CFA4-240F6A0A9598}"/>
                  </a:ext>
                </a:extLst>
              </p:cNvPr>
              <p:cNvCxnSpPr>
                <a:cxnSpLocks/>
                <a:stCxn id="6" idx="6"/>
                <a:endCxn id="12" idx="2"/>
              </p:cNvCxnSpPr>
              <p:nvPr/>
            </p:nvCxnSpPr>
            <p:spPr>
              <a:xfrm flipV="1">
                <a:off x="160302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19B3B3C3-C2CA-3B7B-5B69-A73213F5ED84}"/>
                  </a:ext>
                </a:extLst>
              </p:cNvPr>
              <p:cNvCxnSpPr>
                <a:cxnSpLocks/>
                <a:stCxn id="6" idx="6"/>
                <a:endCxn id="13" idx="2"/>
              </p:cNvCxnSpPr>
              <p:nvPr/>
            </p:nvCxnSpPr>
            <p:spPr>
              <a:xfrm>
                <a:off x="160302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069B566-1EB8-B4B0-FF9F-E2B0BC2CA6E4}"/>
                  </a:ext>
                </a:extLst>
              </p:cNvPr>
              <p:cNvCxnSpPr>
                <a:cxnSpLocks/>
                <a:stCxn id="6" idx="6"/>
                <a:endCxn id="14" idx="2"/>
              </p:cNvCxnSpPr>
              <p:nvPr/>
            </p:nvCxnSpPr>
            <p:spPr>
              <a:xfrm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EFA565D2-915A-2806-3261-F83A964F55EC}"/>
                  </a:ext>
                </a:extLst>
              </p:cNvPr>
              <p:cNvCxnSpPr>
                <a:cxnSpLocks/>
                <a:stCxn id="6" idx="6"/>
                <a:endCxn id="15" idx="2"/>
              </p:cNvCxnSpPr>
              <p:nvPr/>
            </p:nvCxnSpPr>
            <p:spPr>
              <a:xfrm>
                <a:off x="160302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67D95734-18A1-5726-CFBC-CF11033BEBC3}"/>
                  </a:ext>
                </a:extLst>
              </p:cNvPr>
              <p:cNvCxnSpPr>
                <a:cxnSpLocks/>
                <a:stCxn id="7" idx="6"/>
                <a:endCxn id="10" idx="2"/>
              </p:cNvCxnSpPr>
              <p:nvPr/>
            </p:nvCxnSpPr>
            <p:spPr>
              <a:xfrm flipV="1">
                <a:off x="1603022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E0C733-8391-BB97-E9FA-50646CE93E64}"/>
                  </a:ext>
                </a:extLst>
              </p:cNvPr>
              <p:cNvCxnSpPr>
                <a:cxnSpLocks/>
                <a:stCxn id="7" idx="6"/>
                <a:endCxn id="11" idx="2"/>
              </p:cNvCxnSpPr>
              <p:nvPr/>
            </p:nvCxnSpPr>
            <p:spPr>
              <a:xfrm flipV="1">
                <a:off x="1603022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F5E808B3-B955-6B98-189A-75B00A6FCDFF}"/>
                  </a:ext>
                </a:extLst>
              </p:cNvPr>
              <p:cNvCxnSpPr>
                <a:cxnSpLocks/>
                <a:stCxn id="7" idx="6"/>
                <a:endCxn id="12" idx="2"/>
              </p:cNvCxnSpPr>
              <p:nvPr/>
            </p:nvCxnSpPr>
            <p:spPr>
              <a:xfrm flipV="1">
                <a:off x="160302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9467145-A076-E5A2-2ED2-89797301FA59}"/>
                  </a:ext>
                </a:extLst>
              </p:cNvPr>
              <p:cNvCxnSpPr>
                <a:cxnSpLocks/>
                <a:stCxn id="7" idx="6"/>
                <a:endCxn id="13" idx="2"/>
              </p:cNvCxnSpPr>
              <p:nvPr/>
            </p:nvCxnSpPr>
            <p:spPr>
              <a:xfrm flipV="1">
                <a:off x="160302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2CECDF15-33D2-736F-25F4-0CF3185C0883}"/>
                  </a:ext>
                </a:extLst>
              </p:cNvPr>
              <p:cNvCxnSpPr>
                <a:cxnSpLocks/>
                <a:stCxn id="7" idx="6"/>
                <a:endCxn id="14" idx="2"/>
              </p:cNvCxnSpPr>
              <p:nvPr/>
            </p:nvCxnSpPr>
            <p:spPr>
              <a:xfrm>
                <a:off x="160302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E492604B-E7AD-6268-4198-6B40BBED0A75}"/>
                  </a:ext>
                </a:extLst>
              </p:cNvPr>
              <p:cNvCxnSpPr>
                <a:cxnSpLocks/>
                <a:stCxn id="7" idx="6"/>
                <a:endCxn id="15" idx="2"/>
              </p:cNvCxnSpPr>
              <p:nvPr/>
            </p:nvCxnSpPr>
            <p:spPr>
              <a:xfrm>
                <a:off x="160302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1FC7837F-FFA8-E543-6C03-1BCFCE9576B9}"/>
                  </a:ext>
                </a:extLst>
              </p:cNvPr>
              <p:cNvCxnSpPr>
                <a:cxnSpLocks/>
                <a:stCxn id="10" idx="6"/>
                <a:endCxn id="16" idx="2"/>
              </p:cNvCxnSpPr>
              <p:nvPr/>
            </p:nvCxnSpPr>
            <p:spPr>
              <a:xfrm>
                <a:off x="2794001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8712926A-1556-9274-2543-D65183795C54}"/>
                  </a:ext>
                </a:extLst>
              </p:cNvPr>
              <p:cNvCxnSpPr>
                <a:cxnSpLocks/>
                <a:stCxn id="11" idx="6"/>
                <a:endCxn id="16" idx="2"/>
              </p:cNvCxnSpPr>
              <p:nvPr/>
            </p:nvCxnSpPr>
            <p:spPr>
              <a:xfrm>
                <a:off x="2794001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51284023-09E8-A0E1-1347-50DB8EC5253C}"/>
                  </a:ext>
                </a:extLst>
              </p:cNvPr>
              <p:cNvCxnSpPr>
                <a:cxnSpLocks/>
                <a:stCxn id="12" idx="6"/>
                <a:endCxn id="16" idx="2"/>
              </p:cNvCxnSpPr>
              <p:nvPr/>
            </p:nvCxnSpPr>
            <p:spPr>
              <a:xfrm>
                <a:off x="2794000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EB428D07-790F-912E-7EEE-3DD2DEA8DB7B}"/>
                  </a:ext>
                </a:extLst>
              </p:cNvPr>
              <p:cNvCxnSpPr>
                <a:cxnSpLocks/>
                <a:stCxn id="13" idx="6"/>
                <a:endCxn id="16" idx="2"/>
              </p:cNvCxnSpPr>
              <p:nvPr/>
            </p:nvCxnSpPr>
            <p:spPr>
              <a:xfrm flipV="1"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40815DE4-A6E3-042E-37E7-A70E8ACE5B0C}"/>
                  </a:ext>
                </a:extLst>
              </p:cNvPr>
              <p:cNvCxnSpPr>
                <a:cxnSpLocks/>
                <a:stCxn id="14" idx="6"/>
                <a:endCxn id="16" idx="2"/>
              </p:cNvCxnSpPr>
              <p:nvPr/>
            </p:nvCxnSpPr>
            <p:spPr>
              <a:xfrm flipV="1">
                <a:off x="2794000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7D6BFAB7-91B9-6A53-4678-65F170325615}"/>
                  </a:ext>
                </a:extLst>
              </p:cNvPr>
              <p:cNvCxnSpPr>
                <a:cxnSpLocks/>
                <a:stCxn id="15" idx="6"/>
                <a:endCxn id="16" idx="2"/>
              </p:cNvCxnSpPr>
              <p:nvPr/>
            </p:nvCxnSpPr>
            <p:spPr>
              <a:xfrm flipV="1">
                <a:off x="2794000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933730B7-F0E3-E60F-F628-7E2D86BD8E3E}"/>
                  </a:ext>
                </a:extLst>
              </p:cNvPr>
              <p:cNvCxnSpPr>
                <a:cxnSpLocks/>
                <a:stCxn id="10" idx="6"/>
                <a:endCxn id="17" idx="2"/>
              </p:cNvCxnSpPr>
              <p:nvPr/>
            </p:nvCxnSpPr>
            <p:spPr>
              <a:xfrm>
                <a:off x="2794001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4CA70D52-FFA3-8C98-0D2E-2F34956D713C}"/>
                  </a:ext>
                </a:extLst>
              </p:cNvPr>
              <p:cNvCxnSpPr>
                <a:cxnSpLocks/>
                <a:stCxn id="11" idx="6"/>
                <a:endCxn id="17" idx="2"/>
              </p:cNvCxnSpPr>
              <p:nvPr/>
            </p:nvCxnSpPr>
            <p:spPr>
              <a:xfrm>
                <a:off x="2794001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5920D54C-EF11-C7E9-9CEC-9DA0177DE0BF}"/>
                  </a:ext>
                </a:extLst>
              </p:cNvPr>
              <p:cNvCxnSpPr>
                <a:cxnSpLocks/>
                <a:stCxn id="12" idx="6"/>
                <a:endCxn id="17" idx="2"/>
              </p:cNvCxnSpPr>
              <p:nvPr/>
            </p:nvCxnSpPr>
            <p:spPr>
              <a:xfrm>
                <a:off x="2794000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5A5A86E4-131C-9B3E-1C8D-1BF98C95F9BE}"/>
                  </a:ext>
                </a:extLst>
              </p:cNvPr>
              <p:cNvCxnSpPr>
                <a:cxnSpLocks/>
                <a:stCxn id="13" idx="6"/>
                <a:endCxn id="17" idx="2"/>
              </p:cNvCxnSpPr>
              <p:nvPr/>
            </p:nvCxnSpPr>
            <p:spPr>
              <a:xfrm>
                <a:off x="2794000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3CE901A0-7490-C677-95B7-079B0569B9D3}"/>
                  </a:ext>
                </a:extLst>
              </p:cNvPr>
              <p:cNvCxnSpPr>
                <a:cxnSpLocks/>
                <a:stCxn id="14" idx="6"/>
                <a:endCxn id="17" idx="2"/>
              </p:cNvCxnSpPr>
              <p:nvPr/>
            </p:nvCxnSpPr>
            <p:spPr>
              <a:xfrm flipV="1">
                <a:off x="2794000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07995274-169D-BE1F-6DF7-95DC0E1EBF47}"/>
                  </a:ext>
                </a:extLst>
              </p:cNvPr>
              <p:cNvCxnSpPr>
                <a:cxnSpLocks/>
                <a:stCxn id="15" idx="6"/>
                <a:endCxn id="17" idx="2"/>
              </p:cNvCxnSpPr>
              <p:nvPr/>
            </p:nvCxnSpPr>
            <p:spPr>
              <a:xfrm flipV="1">
                <a:off x="2794000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Oval 228">
                <a:extLst>
                  <a:ext uri="{FF2B5EF4-FFF2-40B4-BE49-F238E27FC236}">
                    <a16:creationId xmlns:a16="http://schemas.microsoft.com/office/drawing/2014/main" id="{D5A23698-2624-A2B2-0FCC-6383A0D4F1BA}"/>
                  </a:ext>
                </a:extLst>
              </p:cNvPr>
              <p:cNvSpPr/>
              <p:nvPr/>
            </p:nvSpPr>
            <p:spPr>
              <a:xfrm flipH="1">
                <a:off x="5926664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Oval 229">
                <a:extLst>
                  <a:ext uri="{FF2B5EF4-FFF2-40B4-BE49-F238E27FC236}">
                    <a16:creationId xmlns:a16="http://schemas.microsoft.com/office/drawing/2014/main" id="{01A2ECBB-595B-0C96-EE40-C3F3B7F26E90}"/>
                  </a:ext>
                </a:extLst>
              </p:cNvPr>
              <p:cNvSpPr/>
              <p:nvPr/>
            </p:nvSpPr>
            <p:spPr>
              <a:xfrm flipH="1">
                <a:off x="5926664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1" name="Oval 230">
                <a:extLst>
                  <a:ext uri="{FF2B5EF4-FFF2-40B4-BE49-F238E27FC236}">
                    <a16:creationId xmlns:a16="http://schemas.microsoft.com/office/drawing/2014/main" id="{390F343C-16C5-5FE6-2C99-DA24805D9E62}"/>
                  </a:ext>
                </a:extLst>
              </p:cNvPr>
              <p:cNvSpPr/>
              <p:nvPr/>
            </p:nvSpPr>
            <p:spPr>
              <a:xfrm flipH="1">
                <a:off x="5926665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2" name="Oval 231">
                <a:extLst>
                  <a:ext uri="{FF2B5EF4-FFF2-40B4-BE49-F238E27FC236}">
                    <a16:creationId xmlns:a16="http://schemas.microsoft.com/office/drawing/2014/main" id="{992396A1-B7EC-93E4-47C8-A099C81CFAC2}"/>
                  </a:ext>
                </a:extLst>
              </p:cNvPr>
              <p:cNvSpPr/>
              <p:nvPr/>
            </p:nvSpPr>
            <p:spPr>
              <a:xfrm flipH="1">
                <a:off x="5926665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3" name="Oval 232">
                <a:extLst>
                  <a:ext uri="{FF2B5EF4-FFF2-40B4-BE49-F238E27FC236}">
                    <a16:creationId xmlns:a16="http://schemas.microsoft.com/office/drawing/2014/main" id="{537AF02A-7C87-71FB-67B2-3637A2548AB0}"/>
                  </a:ext>
                </a:extLst>
              </p:cNvPr>
              <p:cNvSpPr/>
              <p:nvPr/>
            </p:nvSpPr>
            <p:spPr>
              <a:xfrm flipH="1">
                <a:off x="4735686" y="1168400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Oval 233">
                <a:extLst>
                  <a:ext uri="{FF2B5EF4-FFF2-40B4-BE49-F238E27FC236}">
                    <a16:creationId xmlns:a16="http://schemas.microsoft.com/office/drawing/2014/main" id="{9D9D47AE-AC7B-EC81-0F37-18AB489C5EBA}"/>
                  </a:ext>
                </a:extLst>
              </p:cNvPr>
              <p:cNvSpPr/>
              <p:nvPr/>
            </p:nvSpPr>
            <p:spPr>
              <a:xfrm flipH="1">
                <a:off x="4735686" y="1591733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Oval 234">
                <a:extLst>
                  <a:ext uri="{FF2B5EF4-FFF2-40B4-BE49-F238E27FC236}">
                    <a16:creationId xmlns:a16="http://schemas.microsoft.com/office/drawing/2014/main" id="{8066D085-8101-161D-432C-66BB13E327DD}"/>
                  </a:ext>
                </a:extLst>
              </p:cNvPr>
              <p:cNvSpPr/>
              <p:nvPr/>
            </p:nvSpPr>
            <p:spPr>
              <a:xfrm flipH="1">
                <a:off x="4735687" y="2015066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Oval 235">
                <a:extLst>
                  <a:ext uri="{FF2B5EF4-FFF2-40B4-BE49-F238E27FC236}">
                    <a16:creationId xmlns:a16="http://schemas.microsoft.com/office/drawing/2014/main" id="{43AC4E96-0299-0075-1B68-88D480359267}"/>
                  </a:ext>
                </a:extLst>
              </p:cNvPr>
              <p:cNvSpPr/>
              <p:nvPr/>
            </p:nvSpPr>
            <p:spPr>
              <a:xfrm flipH="1">
                <a:off x="4735687" y="2438399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F72D95E4-73EA-2DD7-DBF3-D7E9C77FB17C}"/>
                  </a:ext>
                </a:extLst>
              </p:cNvPr>
              <p:cNvSpPr/>
              <p:nvPr/>
            </p:nvSpPr>
            <p:spPr>
              <a:xfrm flipH="1">
                <a:off x="4735687" y="2861732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C0968C47-8481-4713-782B-9C4AFF811AEB}"/>
                  </a:ext>
                </a:extLst>
              </p:cNvPr>
              <p:cNvSpPr/>
              <p:nvPr/>
            </p:nvSpPr>
            <p:spPr>
              <a:xfrm flipH="1">
                <a:off x="4735687" y="3285065"/>
                <a:ext cx="259645" cy="2596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D1FB780D-7F3F-4795-215A-AF012375CB54}"/>
                  </a:ext>
                </a:extLst>
              </p:cNvPr>
              <p:cNvCxnSpPr>
                <a:cxnSpLocks/>
                <a:stCxn id="229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9EA2A3F9-9B95-BD61-20B8-FE64C836DBDD}"/>
                  </a:ext>
                </a:extLst>
              </p:cNvPr>
              <p:cNvCxnSpPr>
                <a:cxnSpLocks/>
                <a:stCxn id="229" idx="6"/>
                <a:endCxn id="234" idx="2"/>
              </p:cNvCxnSpPr>
              <p:nvPr/>
            </p:nvCxnSpPr>
            <p:spPr>
              <a:xfrm flipH="1">
                <a:off x="4995331" y="1721556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B309654D-02DB-62DB-21FB-C39C7C62D61A}"/>
                  </a:ext>
                </a:extLst>
              </p:cNvPr>
              <p:cNvCxnSpPr>
                <a:cxnSpLocks/>
                <a:stCxn id="229" idx="6"/>
                <a:endCxn id="235" idx="2"/>
              </p:cNvCxnSpPr>
              <p:nvPr/>
            </p:nvCxnSpPr>
            <p:spPr>
              <a:xfrm flipH="1">
                <a:off x="4995332" y="1721556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7E56004F-1164-8BEE-32EF-93AB70298575}"/>
                  </a:ext>
                </a:extLst>
              </p:cNvPr>
              <p:cNvCxnSpPr>
                <a:cxnSpLocks/>
                <a:stCxn id="229" idx="6"/>
                <a:endCxn id="236" idx="2"/>
              </p:cNvCxnSpPr>
              <p:nvPr/>
            </p:nvCxnSpPr>
            <p:spPr>
              <a:xfrm flipH="1">
                <a:off x="4995332" y="1721556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523F5DC9-7FDF-7B12-6C37-BD56E70BEBAD}"/>
                  </a:ext>
                </a:extLst>
              </p:cNvPr>
              <p:cNvCxnSpPr>
                <a:cxnSpLocks/>
                <a:stCxn id="229" idx="6"/>
                <a:endCxn id="237" idx="2"/>
              </p:cNvCxnSpPr>
              <p:nvPr/>
            </p:nvCxnSpPr>
            <p:spPr>
              <a:xfrm flipH="1">
                <a:off x="4995332" y="1721556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6EE84713-82BF-5233-004B-EAF8106085EF}"/>
                  </a:ext>
                </a:extLst>
              </p:cNvPr>
              <p:cNvCxnSpPr>
                <a:cxnSpLocks/>
                <a:stCxn id="229" idx="6"/>
                <a:endCxn id="238" idx="2"/>
              </p:cNvCxnSpPr>
              <p:nvPr/>
            </p:nvCxnSpPr>
            <p:spPr>
              <a:xfrm flipH="1">
                <a:off x="4995332" y="1721556"/>
                <a:ext cx="931332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94B23CE2-57BD-7867-E9A3-0B3E1D9B9782}"/>
                  </a:ext>
                </a:extLst>
              </p:cNvPr>
              <p:cNvCxnSpPr>
                <a:cxnSpLocks/>
                <a:stCxn id="230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04E295B-4681-65F6-8A5C-047EB8BF0E40}"/>
                  </a:ext>
                </a:extLst>
              </p:cNvPr>
              <p:cNvCxnSpPr>
                <a:cxnSpLocks/>
                <a:stCxn id="230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E95E7ED6-4E5F-6C9D-2830-08B911FE855B}"/>
                  </a:ext>
                </a:extLst>
              </p:cNvPr>
              <p:cNvCxnSpPr>
                <a:cxnSpLocks/>
                <a:stCxn id="230" idx="6"/>
                <a:endCxn id="235" idx="2"/>
              </p:cNvCxnSpPr>
              <p:nvPr/>
            </p:nvCxnSpPr>
            <p:spPr>
              <a:xfrm flipH="1">
                <a:off x="4995332" y="2144889"/>
                <a:ext cx="93133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E6C80CB1-788E-C080-0712-2C9ED38EC327}"/>
                  </a:ext>
                </a:extLst>
              </p:cNvPr>
              <p:cNvCxnSpPr>
                <a:cxnSpLocks/>
                <a:stCxn id="230" idx="6"/>
                <a:endCxn id="236" idx="2"/>
              </p:cNvCxnSpPr>
              <p:nvPr/>
            </p:nvCxnSpPr>
            <p:spPr>
              <a:xfrm flipH="1">
                <a:off x="4995332" y="2144889"/>
                <a:ext cx="931332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0B8A49FB-B9B5-79EF-8732-BF71C9071C60}"/>
                  </a:ext>
                </a:extLst>
              </p:cNvPr>
              <p:cNvCxnSpPr>
                <a:cxnSpLocks/>
                <a:stCxn id="230" idx="6"/>
                <a:endCxn id="237" idx="2"/>
              </p:cNvCxnSpPr>
              <p:nvPr/>
            </p:nvCxnSpPr>
            <p:spPr>
              <a:xfrm flipH="1">
                <a:off x="4995332" y="2144889"/>
                <a:ext cx="931332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6A4DEA9A-9047-D70D-652F-7AECFDC09425}"/>
                  </a:ext>
                </a:extLst>
              </p:cNvPr>
              <p:cNvCxnSpPr>
                <a:cxnSpLocks/>
                <a:stCxn id="230" idx="6"/>
                <a:endCxn id="238" idx="2"/>
              </p:cNvCxnSpPr>
              <p:nvPr/>
            </p:nvCxnSpPr>
            <p:spPr>
              <a:xfrm flipH="1">
                <a:off x="4995332" y="2144889"/>
                <a:ext cx="931332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F5CB45E5-D9A8-06C0-5786-7FE7FCE89193}"/>
                  </a:ext>
                </a:extLst>
              </p:cNvPr>
              <p:cNvCxnSpPr>
                <a:cxnSpLocks/>
                <a:stCxn id="231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E90E2BC8-60CF-CB49-9E12-7EFFB6189D02}"/>
                  </a:ext>
                </a:extLst>
              </p:cNvPr>
              <p:cNvCxnSpPr>
                <a:cxnSpLocks/>
                <a:stCxn id="231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Straight Connector 254">
                <a:extLst>
                  <a:ext uri="{FF2B5EF4-FFF2-40B4-BE49-F238E27FC236}">
                    <a16:creationId xmlns:a16="http://schemas.microsoft.com/office/drawing/2014/main" id="{30FB678F-0FC2-6902-4CD7-F1D2D6F5B286}"/>
                  </a:ext>
                </a:extLst>
              </p:cNvPr>
              <p:cNvCxnSpPr>
                <a:cxnSpLocks/>
                <a:stCxn id="231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Connector 255">
                <a:extLst>
                  <a:ext uri="{FF2B5EF4-FFF2-40B4-BE49-F238E27FC236}">
                    <a16:creationId xmlns:a16="http://schemas.microsoft.com/office/drawing/2014/main" id="{1A4E8FBD-A83C-A50E-3964-35269433C6B1}"/>
                  </a:ext>
                </a:extLst>
              </p:cNvPr>
              <p:cNvCxnSpPr>
                <a:cxnSpLocks/>
                <a:stCxn id="231" idx="6"/>
                <a:endCxn id="236" idx="2"/>
              </p:cNvCxnSpPr>
              <p:nvPr/>
            </p:nvCxnSpPr>
            <p:spPr>
              <a:xfrm flipH="1">
                <a:off x="4995332" y="2568222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7" name="Straight Connector 256">
                <a:extLst>
                  <a:ext uri="{FF2B5EF4-FFF2-40B4-BE49-F238E27FC236}">
                    <a16:creationId xmlns:a16="http://schemas.microsoft.com/office/drawing/2014/main" id="{BED9D909-2B09-868B-1BF6-8FE058DB3427}"/>
                  </a:ext>
                </a:extLst>
              </p:cNvPr>
              <p:cNvCxnSpPr>
                <a:cxnSpLocks/>
                <a:stCxn id="231" idx="6"/>
                <a:endCxn id="237" idx="2"/>
              </p:cNvCxnSpPr>
              <p:nvPr/>
            </p:nvCxnSpPr>
            <p:spPr>
              <a:xfrm flipH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BDFCCE1E-FA49-ED85-75E8-C57FD2E2F703}"/>
                  </a:ext>
                </a:extLst>
              </p:cNvPr>
              <p:cNvCxnSpPr>
                <a:cxnSpLocks/>
                <a:stCxn id="231" idx="6"/>
                <a:endCxn id="238" idx="2"/>
              </p:cNvCxnSpPr>
              <p:nvPr/>
            </p:nvCxnSpPr>
            <p:spPr>
              <a:xfrm flipH="1">
                <a:off x="4995332" y="2568222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88F2EE28-614A-EE36-D118-8200D6822FC0}"/>
                  </a:ext>
                </a:extLst>
              </p:cNvPr>
              <p:cNvCxnSpPr>
                <a:cxnSpLocks/>
                <a:stCxn id="232" idx="6"/>
                <a:endCxn id="233" idx="2"/>
              </p:cNvCxnSpPr>
              <p:nvPr/>
            </p:nvCxnSpPr>
            <p:spPr>
              <a:xfrm flipH="1" flipV="1">
                <a:off x="4995331" y="1298223"/>
                <a:ext cx="931334" cy="169333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1DDC3A30-A787-7969-8E1D-76A790A01297}"/>
                  </a:ext>
                </a:extLst>
              </p:cNvPr>
              <p:cNvCxnSpPr>
                <a:cxnSpLocks/>
                <a:stCxn id="232" idx="6"/>
                <a:endCxn id="234" idx="2"/>
              </p:cNvCxnSpPr>
              <p:nvPr/>
            </p:nvCxnSpPr>
            <p:spPr>
              <a:xfrm flipH="1" flipV="1">
                <a:off x="4995331" y="1721556"/>
                <a:ext cx="931334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A4EC5EA2-FC3C-99D1-7651-24BC9FCCB2A9}"/>
                  </a:ext>
                </a:extLst>
              </p:cNvPr>
              <p:cNvCxnSpPr>
                <a:cxnSpLocks/>
                <a:stCxn id="232" idx="6"/>
                <a:endCxn id="235" idx="2"/>
              </p:cNvCxnSpPr>
              <p:nvPr/>
            </p:nvCxnSpPr>
            <p:spPr>
              <a:xfrm flipH="1" flipV="1">
                <a:off x="4995332" y="2144889"/>
                <a:ext cx="931333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82850E95-A46D-EDC5-48F8-159D8AE67D6E}"/>
                  </a:ext>
                </a:extLst>
              </p:cNvPr>
              <p:cNvCxnSpPr>
                <a:cxnSpLocks/>
                <a:stCxn id="232" idx="6"/>
                <a:endCxn id="236" idx="2"/>
              </p:cNvCxnSpPr>
              <p:nvPr/>
            </p:nvCxnSpPr>
            <p:spPr>
              <a:xfrm flipH="1" flipV="1">
                <a:off x="4995332" y="2568222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00936EDE-4313-7D20-F2DC-6512358A0304}"/>
                  </a:ext>
                </a:extLst>
              </p:cNvPr>
              <p:cNvCxnSpPr>
                <a:cxnSpLocks/>
                <a:stCxn id="232" idx="6"/>
                <a:endCxn id="237" idx="2"/>
              </p:cNvCxnSpPr>
              <p:nvPr/>
            </p:nvCxnSpPr>
            <p:spPr>
              <a:xfrm flipH="1">
                <a:off x="4995332" y="2991555"/>
                <a:ext cx="931333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A42DEFBD-7A6D-5554-8682-AAF1586CD087}"/>
                  </a:ext>
                </a:extLst>
              </p:cNvPr>
              <p:cNvCxnSpPr>
                <a:cxnSpLocks/>
                <a:stCxn id="232" idx="6"/>
                <a:endCxn id="238" idx="2"/>
              </p:cNvCxnSpPr>
              <p:nvPr/>
            </p:nvCxnSpPr>
            <p:spPr>
              <a:xfrm flipH="1">
                <a:off x="4995332" y="2991555"/>
                <a:ext cx="931333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78230C6C-2419-4C96-9837-49EF333E47B9}"/>
                  </a:ext>
                </a:extLst>
              </p:cNvPr>
              <p:cNvCxnSpPr>
                <a:cxnSpLocks/>
                <a:stCxn id="233" idx="6"/>
                <a:endCxn id="16" idx="6"/>
              </p:cNvCxnSpPr>
              <p:nvPr/>
            </p:nvCxnSpPr>
            <p:spPr>
              <a:xfrm flipH="1">
                <a:off x="3894666" y="1298223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C85FB438-453D-D2C1-0E49-37C8BBC2E978}"/>
                  </a:ext>
                </a:extLst>
              </p:cNvPr>
              <p:cNvCxnSpPr>
                <a:cxnSpLocks/>
                <a:stCxn id="234" idx="6"/>
                <a:endCxn id="16" idx="6"/>
              </p:cNvCxnSpPr>
              <p:nvPr/>
            </p:nvCxnSpPr>
            <p:spPr>
              <a:xfrm flipH="1">
                <a:off x="3894666" y="1721556"/>
                <a:ext cx="841020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Straight Connector 266">
                <a:extLst>
                  <a:ext uri="{FF2B5EF4-FFF2-40B4-BE49-F238E27FC236}">
                    <a16:creationId xmlns:a16="http://schemas.microsoft.com/office/drawing/2014/main" id="{65FA34EF-8E55-AF68-E215-44C811EF9F74}"/>
                  </a:ext>
                </a:extLst>
              </p:cNvPr>
              <p:cNvCxnSpPr>
                <a:cxnSpLocks/>
                <a:stCxn id="235" idx="6"/>
                <a:endCxn id="16" idx="6"/>
              </p:cNvCxnSpPr>
              <p:nvPr/>
            </p:nvCxnSpPr>
            <p:spPr>
              <a:xfrm flipH="1">
                <a:off x="3894666" y="2144889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75EA2B79-E40C-4B61-3C88-463A309FDECE}"/>
                  </a:ext>
                </a:extLst>
              </p:cNvPr>
              <p:cNvCxnSpPr>
                <a:cxnSpLocks/>
                <a:stCxn id="236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4BE8E19E-EFFE-A6F1-AA2C-1BC0AD30CD9F}"/>
                  </a:ext>
                </a:extLst>
              </p:cNvPr>
              <p:cNvCxnSpPr>
                <a:cxnSpLocks/>
                <a:stCxn id="237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84222B6A-57CE-3C84-63F8-635A485C71EA}"/>
                  </a:ext>
                </a:extLst>
              </p:cNvPr>
              <p:cNvCxnSpPr>
                <a:cxnSpLocks/>
                <a:stCxn id="238" idx="6"/>
                <a:endCxn id="16" idx="6"/>
              </p:cNvCxnSpPr>
              <p:nvPr/>
            </p:nvCxnSpPr>
            <p:spPr>
              <a:xfrm flipH="1" flipV="1">
                <a:off x="3894666" y="2144889"/>
                <a:ext cx="841021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D0AF1414-4D97-F220-6BB8-402E72AA3B74}"/>
                  </a:ext>
                </a:extLst>
              </p:cNvPr>
              <p:cNvCxnSpPr>
                <a:cxnSpLocks/>
                <a:stCxn id="233" idx="6"/>
                <a:endCxn id="17" idx="6"/>
              </p:cNvCxnSpPr>
              <p:nvPr/>
            </p:nvCxnSpPr>
            <p:spPr>
              <a:xfrm flipH="1">
                <a:off x="3894666" y="1298223"/>
                <a:ext cx="841020" cy="126999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1B2D90A2-4A95-C123-4D8A-22521218EBDA}"/>
                  </a:ext>
                </a:extLst>
              </p:cNvPr>
              <p:cNvCxnSpPr>
                <a:cxnSpLocks/>
                <a:stCxn id="234" idx="6"/>
                <a:endCxn id="17" idx="6"/>
              </p:cNvCxnSpPr>
              <p:nvPr/>
            </p:nvCxnSpPr>
            <p:spPr>
              <a:xfrm flipH="1">
                <a:off x="3894666" y="1721556"/>
                <a:ext cx="841020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B5150213-1A56-B985-8742-2AF3F1CB4647}"/>
                  </a:ext>
                </a:extLst>
              </p:cNvPr>
              <p:cNvCxnSpPr>
                <a:cxnSpLocks/>
                <a:stCxn id="235" idx="6"/>
                <a:endCxn id="17" idx="6"/>
              </p:cNvCxnSpPr>
              <p:nvPr/>
            </p:nvCxnSpPr>
            <p:spPr>
              <a:xfrm flipH="1">
                <a:off x="3894666" y="2144889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623E0949-2B54-CE40-C7F5-A2B4215421CB}"/>
                  </a:ext>
                </a:extLst>
              </p:cNvPr>
              <p:cNvCxnSpPr>
                <a:cxnSpLocks/>
                <a:stCxn id="236" idx="6"/>
                <a:endCxn id="17" idx="6"/>
              </p:cNvCxnSpPr>
              <p:nvPr/>
            </p:nvCxnSpPr>
            <p:spPr>
              <a:xfrm flipH="1">
                <a:off x="3894666" y="2568222"/>
                <a:ext cx="84102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15B823C-4186-F962-EA70-4DF2B373FD95}"/>
                  </a:ext>
                </a:extLst>
              </p:cNvPr>
              <p:cNvCxnSpPr>
                <a:cxnSpLocks/>
                <a:stCxn id="237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42333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3D5F86EB-3AA9-FCE7-688B-86DFA4133582}"/>
                  </a:ext>
                </a:extLst>
              </p:cNvPr>
              <p:cNvCxnSpPr>
                <a:cxnSpLocks/>
                <a:stCxn id="238" idx="6"/>
                <a:endCxn id="17" idx="6"/>
              </p:cNvCxnSpPr>
              <p:nvPr/>
            </p:nvCxnSpPr>
            <p:spPr>
              <a:xfrm flipH="1" flipV="1">
                <a:off x="3894666" y="2568222"/>
                <a:ext cx="841021" cy="8466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/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4B357AAF-93FB-924F-F806-9814E0BC65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7797" y="3558084"/>
                    <a:ext cx="196913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37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/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>
              <p:sp>
                <p:nvSpPr>
                  <p:cNvPr id="290" name="TextBox 289">
                    <a:extLst>
                      <a:ext uri="{FF2B5EF4-FFF2-40B4-BE49-F238E27FC236}">
                        <a16:creationId xmlns:a16="http://schemas.microsoft.com/office/drawing/2014/main" id="{F2AAE9C8-2CEF-4472-6412-7980D490DF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9013" y="3558084"/>
                    <a:ext cx="18069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3333" r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/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1" name="TextBox 290">
                    <a:extLst>
                      <a:ext uri="{FF2B5EF4-FFF2-40B4-BE49-F238E27FC236}">
                        <a16:creationId xmlns:a16="http://schemas.microsoft.com/office/drawing/2014/main" id="{3EFAC041-B17B-B5F9-29F5-00A03F2D47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39742" y="3558084"/>
                    <a:ext cx="254877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8095" r="-19048"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3" name="Straight Arrow Connector 292">
                <a:extLst>
                  <a:ext uri="{FF2B5EF4-FFF2-40B4-BE49-F238E27FC236}">
                    <a16:creationId xmlns:a16="http://schemas.microsoft.com/office/drawing/2014/main" id="{632BBD09-F967-34CD-D8C1-ABBF8319A744}"/>
                  </a:ext>
                </a:extLst>
              </p:cNvPr>
              <p:cNvCxnSpPr/>
              <p:nvPr/>
            </p:nvCxnSpPr>
            <p:spPr>
              <a:xfrm>
                <a:off x="145285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/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BD159EEF-D93F-CBB5-81EC-A655E3B5F8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71094" y="539955"/>
                    <a:ext cx="20146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1176" r="-35294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95" name="Straight Arrow Connector 294">
                <a:extLst>
                  <a:ext uri="{FF2B5EF4-FFF2-40B4-BE49-F238E27FC236}">
                    <a16:creationId xmlns:a16="http://schemas.microsoft.com/office/drawing/2014/main" id="{98B43E6C-1623-1C65-795F-8942ABBC3862}"/>
                  </a:ext>
                </a:extLst>
              </p:cNvPr>
              <p:cNvCxnSpPr/>
              <p:nvPr/>
            </p:nvCxnSpPr>
            <p:spPr>
              <a:xfrm>
                <a:off x="3787322" y="903111"/>
                <a:ext cx="230867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/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96" name="TextBox 295">
                    <a:extLst>
                      <a:ext uri="{FF2B5EF4-FFF2-40B4-BE49-F238E27FC236}">
                        <a16:creationId xmlns:a16="http://schemas.microsoft.com/office/drawing/2014/main" id="{EFA4198A-5268-F3A5-6839-1C49318797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89475" y="547470"/>
                    <a:ext cx="46551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8919" r="-5405" b="-32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9EBD67E0-908A-4FF7-2D8E-59FE06D2A48D}"/>
                  </a:ext>
                </a:extLst>
              </p:cNvPr>
              <p:cNvSpPr txBox="1"/>
              <p:nvPr/>
            </p:nvSpPr>
            <p:spPr>
              <a:xfrm>
                <a:off x="835197" y="3835725"/>
                <a:ext cx="11996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Input data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13114CFC-6929-7B3B-A140-1CAAB73F6755}"/>
                  </a:ext>
                </a:extLst>
              </p:cNvPr>
              <p:cNvSpPr txBox="1"/>
              <p:nvPr/>
            </p:nvSpPr>
            <p:spPr>
              <a:xfrm>
                <a:off x="2600101" y="3835725"/>
                <a:ext cx="2329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Latent representation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AFE562DD-877F-DC4B-6196-9A57CF2F3E91}"/>
                  </a:ext>
                </a:extLst>
              </p:cNvPr>
              <p:cNvSpPr txBox="1"/>
              <p:nvPr/>
            </p:nvSpPr>
            <p:spPr>
              <a:xfrm>
                <a:off x="5203436" y="3835725"/>
                <a:ext cx="1717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Reconstruction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98492E3C-A102-4550-C3AC-7296FBF87C92}"/>
                  </a:ext>
                </a:extLst>
              </p:cNvPr>
              <p:cNvSpPr txBox="1"/>
              <p:nvPr/>
            </p:nvSpPr>
            <p:spPr>
              <a:xfrm>
                <a:off x="1393338" y="885037"/>
                <a:ext cx="10166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Encoder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E8B0D2A9-4F10-4079-4E04-7A49769D6333}"/>
                  </a:ext>
                </a:extLst>
              </p:cNvPr>
              <p:cNvSpPr txBox="1"/>
              <p:nvPr/>
            </p:nvSpPr>
            <p:spPr>
              <a:xfrm>
                <a:off x="3747907" y="885037"/>
                <a:ext cx="10422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Decoder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B5715E37-4E8A-B3D6-D77C-2D50B365E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1955645"/>
                    <a:ext cx="200824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9412" r="-23529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/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GB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AC8EF367-5173-0BD9-729E-4044F4E153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4431" y="2391754"/>
                    <a:ext cx="209866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1111" r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/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GB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4ED65A5E-425F-9893-7D51-E0AE008375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35196" y="4207020"/>
                    <a:ext cx="2710294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7" name="Bent Arrow 306">
              <a:extLst>
                <a:ext uri="{FF2B5EF4-FFF2-40B4-BE49-F238E27FC236}">
                  <a16:creationId xmlns:a16="http://schemas.microsoft.com/office/drawing/2014/main" id="{C635D839-19CE-CAB9-4FBC-6479C3854E63}"/>
                </a:ext>
              </a:extLst>
            </p:cNvPr>
            <p:cNvSpPr/>
            <p:nvPr/>
          </p:nvSpPr>
          <p:spPr>
            <a:xfrm rot="16200000">
              <a:off x="1755535" y="3865682"/>
              <a:ext cx="656493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08" name="Bent Arrow 307">
              <a:extLst>
                <a:ext uri="{FF2B5EF4-FFF2-40B4-BE49-F238E27FC236}">
                  <a16:creationId xmlns:a16="http://schemas.microsoft.com/office/drawing/2014/main" id="{E55AA03C-FAD3-EACA-50BA-5E8ACD42E854}"/>
                </a:ext>
              </a:extLst>
            </p:cNvPr>
            <p:cNvSpPr/>
            <p:nvPr/>
          </p:nvSpPr>
          <p:spPr>
            <a:xfrm rot="5400000" flipH="1">
              <a:off x="5032131" y="3865682"/>
              <a:ext cx="656494" cy="1647095"/>
            </a:xfrm>
            <a:prstGeom prst="bentArrow">
              <a:avLst>
                <a:gd name="adj1" fmla="val 11335"/>
                <a:gd name="adj2" fmla="val 16925"/>
                <a:gd name="adj3" fmla="val 25000"/>
                <a:gd name="adj4" fmla="val 43750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/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u="sng" dirty="0"/>
                    <a:t>Training loss</a:t>
                  </a:r>
                </a:p>
                <a:p>
                  <a:pPr algn="ctr"/>
                  <a:endParaRPr lang="en-US" sz="800" dirty="0"/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KL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𝒩</m:t>
                        </m:r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i="1" dirty="0"/>
                </a:p>
              </p:txBody>
            </p:sp>
          </mc:Choice>
          <mc:Fallback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C4997888-063B-ECE5-E143-F2380CE5FC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1651" y="4770511"/>
                  <a:ext cx="3777381" cy="769441"/>
                </a:xfrm>
                <a:prstGeom prst="rect">
                  <a:avLst/>
                </a:prstGeom>
                <a:blipFill>
                  <a:blip r:embed="rId10"/>
                  <a:stretch>
                    <a:fillRect t="-3226" b="-645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85047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B0BC6-3F30-1B32-AF73-13478B25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Rectangle 305">
            <a:extLst>
              <a:ext uri="{FF2B5EF4-FFF2-40B4-BE49-F238E27FC236}">
                <a16:creationId xmlns:a16="http://schemas.microsoft.com/office/drawing/2014/main" id="{5E3B5C43-B36E-2DB4-076D-E56E5A815F80}"/>
              </a:ext>
            </a:extLst>
          </p:cNvPr>
          <p:cNvSpPr/>
          <p:nvPr/>
        </p:nvSpPr>
        <p:spPr>
          <a:xfrm>
            <a:off x="567346" y="445477"/>
            <a:ext cx="6560285" cy="407664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9DC090-6F56-DB34-E150-28753B12F5EF}"/>
              </a:ext>
            </a:extLst>
          </p:cNvPr>
          <p:cNvGrpSpPr/>
          <p:nvPr/>
        </p:nvGrpSpPr>
        <p:grpSpPr>
          <a:xfrm>
            <a:off x="1210783" y="1179811"/>
            <a:ext cx="2551289" cy="2376310"/>
            <a:chOff x="1210783" y="1179811"/>
            <a:chExt cx="2551289" cy="237631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62427CF-ABE0-E422-B460-1238F2AA4E5F}"/>
                </a:ext>
              </a:extLst>
            </p:cNvPr>
            <p:cNvSpPr/>
            <p:nvPr/>
          </p:nvSpPr>
          <p:spPr>
            <a:xfrm>
              <a:off x="1210783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DC5FB3B-0B08-1730-700D-D6EC54637663}"/>
                </a:ext>
              </a:extLst>
            </p:cNvPr>
            <p:cNvSpPr/>
            <p:nvPr/>
          </p:nvSpPr>
          <p:spPr>
            <a:xfrm>
              <a:off x="1210783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Oval 228">
              <a:extLst>
                <a:ext uri="{FF2B5EF4-FFF2-40B4-BE49-F238E27FC236}">
                  <a16:creationId xmlns:a16="http://schemas.microsoft.com/office/drawing/2014/main" id="{0F590369-237C-88E5-23A8-F7CA33DAC8DE}"/>
                </a:ext>
              </a:extLst>
            </p:cNvPr>
            <p:cNvSpPr/>
            <p:nvPr/>
          </p:nvSpPr>
          <p:spPr>
            <a:xfrm flipH="1">
              <a:off x="350242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Oval 229">
              <a:extLst>
                <a:ext uri="{FF2B5EF4-FFF2-40B4-BE49-F238E27FC236}">
                  <a16:creationId xmlns:a16="http://schemas.microsoft.com/office/drawing/2014/main" id="{9277CFC3-55F3-4DE2-6838-19A734FA4541}"/>
                </a:ext>
              </a:extLst>
            </p:cNvPr>
            <p:cNvSpPr/>
            <p:nvPr/>
          </p:nvSpPr>
          <p:spPr>
            <a:xfrm flipH="1">
              <a:off x="3502426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Oval 230">
              <a:extLst>
                <a:ext uri="{FF2B5EF4-FFF2-40B4-BE49-F238E27FC236}">
                  <a16:creationId xmlns:a16="http://schemas.microsoft.com/office/drawing/2014/main" id="{5902D8CA-D674-6F82-42C9-8272DCB746A9}"/>
                </a:ext>
              </a:extLst>
            </p:cNvPr>
            <p:cNvSpPr/>
            <p:nvPr/>
          </p:nvSpPr>
          <p:spPr>
            <a:xfrm flipH="1">
              <a:off x="350242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Oval 231">
              <a:extLst>
                <a:ext uri="{FF2B5EF4-FFF2-40B4-BE49-F238E27FC236}">
                  <a16:creationId xmlns:a16="http://schemas.microsoft.com/office/drawing/2014/main" id="{3BF431D4-671B-6B38-5882-CFF0E72AFEFA}"/>
                </a:ext>
              </a:extLst>
            </p:cNvPr>
            <p:cNvSpPr/>
            <p:nvPr/>
          </p:nvSpPr>
          <p:spPr>
            <a:xfrm flipH="1">
              <a:off x="350242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Oval 232">
              <a:extLst>
                <a:ext uri="{FF2B5EF4-FFF2-40B4-BE49-F238E27FC236}">
                  <a16:creationId xmlns:a16="http://schemas.microsoft.com/office/drawing/2014/main" id="{8E810F14-CAE5-801A-E724-D2DE9BAC85C2}"/>
                </a:ext>
              </a:extLst>
            </p:cNvPr>
            <p:cNvSpPr/>
            <p:nvPr/>
          </p:nvSpPr>
          <p:spPr>
            <a:xfrm flipH="1">
              <a:off x="2311448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Oval 233">
              <a:extLst>
                <a:ext uri="{FF2B5EF4-FFF2-40B4-BE49-F238E27FC236}">
                  <a16:creationId xmlns:a16="http://schemas.microsoft.com/office/drawing/2014/main" id="{2C60AD51-BE9F-32A7-BAC5-DF1CFD34EE08}"/>
                </a:ext>
              </a:extLst>
            </p:cNvPr>
            <p:cNvSpPr/>
            <p:nvPr/>
          </p:nvSpPr>
          <p:spPr>
            <a:xfrm flipH="1">
              <a:off x="231144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Oval 234">
              <a:extLst>
                <a:ext uri="{FF2B5EF4-FFF2-40B4-BE49-F238E27FC236}">
                  <a16:creationId xmlns:a16="http://schemas.microsoft.com/office/drawing/2014/main" id="{5CC1CB09-2386-3F8C-AA03-CE195503C1C3}"/>
                </a:ext>
              </a:extLst>
            </p:cNvPr>
            <p:cNvSpPr/>
            <p:nvPr/>
          </p:nvSpPr>
          <p:spPr>
            <a:xfrm flipH="1">
              <a:off x="2311449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Oval 235">
              <a:extLst>
                <a:ext uri="{FF2B5EF4-FFF2-40B4-BE49-F238E27FC236}">
                  <a16:creationId xmlns:a16="http://schemas.microsoft.com/office/drawing/2014/main" id="{278EADB0-F76D-3E77-E4A9-FD34EA390412}"/>
                </a:ext>
              </a:extLst>
            </p:cNvPr>
            <p:cNvSpPr/>
            <p:nvPr/>
          </p:nvSpPr>
          <p:spPr>
            <a:xfrm flipH="1">
              <a:off x="2311449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Oval 236">
              <a:extLst>
                <a:ext uri="{FF2B5EF4-FFF2-40B4-BE49-F238E27FC236}">
                  <a16:creationId xmlns:a16="http://schemas.microsoft.com/office/drawing/2014/main" id="{2CB7823F-AB27-825F-C307-A61AD08402C8}"/>
                </a:ext>
              </a:extLst>
            </p:cNvPr>
            <p:cNvSpPr/>
            <p:nvPr/>
          </p:nvSpPr>
          <p:spPr>
            <a:xfrm flipH="1">
              <a:off x="2311449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26FA407-96B7-C86A-A783-47F282EF8F33}"/>
                </a:ext>
              </a:extLst>
            </p:cNvPr>
            <p:cNvSpPr/>
            <p:nvPr/>
          </p:nvSpPr>
          <p:spPr>
            <a:xfrm flipH="1">
              <a:off x="2311449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5E894ECF-544D-0899-EE3D-3713DBC03176}"/>
                </a:ext>
              </a:extLst>
            </p:cNvPr>
            <p:cNvCxnSpPr>
              <a:cxnSpLocks/>
              <a:stCxn id="229" idx="6"/>
              <a:endCxn id="233" idx="2"/>
            </p:cNvCxnSpPr>
            <p:nvPr/>
          </p:nvCxnSpPr>
          <p:spPr>
            <a:xfrm flipH="1" flipV="1">
              <a:off x="257109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FCCBB346-B9C9-B79B-4385-4BFAA06B7827}"/>
                </a:ext>
              </a:extLst>
            </p:cNvPr>
            <p:cNvCxnSpPr>
              <a:cxnSpLocks/>
              <a:stCxn id="229" idx="6"/>
              <a:endCxn id="234" idx="2"/>
            </p:cNvCxnSpPr>
            <p:nvPr/>
          </p:nvCxnSpPr>
          <p:spPr>
            <a:xfrm flipH="1">
              <a:off x="257109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6B87A3F8-DFE4-56B6-A117-DEFB3DF4E091}"/>
                </a:ext>
              </a:extLst>
            </p:cNvPr>
            <p:cNvCxnSpPr>
              <a:cxnSpLocks/>
              <a:stCxn id="229" idx="6"/>
              <a:endCxn id="235" idx="2"/>
            </p:cNvCxnSpPr>
            <p:nvPr/>
          </p:nvCxnSpPr>
          <p:spPr>
            <a:xfrm flipH="1">
              <a:off x="2571094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26037E97-D7DD-E84B-B59F-8E110008E970}"/>
                </a:ext>
              </a:extLst>
            </p:cNvPr>
            <p:cNvCxnSpPr>
              <a:cxnSpLocks/>
              <a:stCxn id="229" idx="6"/>
              <a:endCxn id="236" idx="2"/>
            </p:cNvCxnSpPr>
            <p:nvPr/>
          </p:nvCxnSpPr>
          <p:spPr>
            <a:xfrm flipH="1">
              <a:off x="2571094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4F49763-D825-DA94-D89A-02D78FF785FC}"/>
                </a:ext>
              </a:extLst>
            </p:cNvPr>
            <p:cNvCxnSpPr>
              <a:cxnSpLocks/>
              <a:stCxn id="229" idx="6"/>
              <a:endCxn id="237" idx="2"/>
            </p:cNvCxnSpPr>
            <p:nvPr/>
          </p:nvCxnSpPr>
          <p:spPr>
            <a:xfrm flipH="1">
              <a:off x="2571094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B56AFB06-02A7-7E3F-F550-D395124A4184}"/>
                </a:ext>
              </a:extLst>
            </p:cNvPr>
            <p:cNvCxnSpPr>
              <a:cxnSpLocks/>
              <a:stCxn id="229" idx="6"/>
              <a:endCxn id="238" idx="2"/>
            </p:cNvCxnSpPr>
            <p:nvPr/>
          </p:nvCxnSpPr>
          <p:spPr>
            <a:xfrm flipH="1">
              <a:off x="2571094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A5940BA4-D5A9-287C-F48F-95FE7EF11E23}"/>
                </a:ext>
              </a:extLst>
            </p:cNvPr>
            <p:cNvCxnSpPr>
              <a:cxnSpLocks/>
              <a:stCxn id="230" idx="6"/>
              <a:endCxn id="233" idx="2"/>
            </p:cNvCxnSpPr>
            <p:nvPr/>
          </p:nvCxnSpPr>
          <p:spPr>
            <a:xfrm flipH="1" flipV="1">
              <a:off x="257109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FDAA9B56-C906-50D1-0805-4D72A2808DEA}"/>
                </a:ext>
              </a:extLst>
            </p:cNvPr>
            <p:cNvCxnSpPr>
              <a:cxnSpLocks/>
              <a:stCxn id="230" idx="6"/>
              <a:endCxn id="234" idx="2"/>
            </p:cNvCxnSpPr>
            <p:nvPr/>
          </p:nvCxnSpPr>
          <p:spPr>
            <a:xfrm flipH="1" flipV="1">
              <a:off x="257109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45BB31A8-47FD-E4E9-AB78-54D7CAA2FF32}"/>
                </a:ext>
              </a:extLst>
            </p:cNvPr>
            <p:cNvCxnSpPr>
              <a:cxnSpLocks/>
              <a:stCxn id="230" idx="6"/>
              <a:endCxn id="235" idx="2"/>
            </p:cNvCxnSpPr>
            <p:nvPr/>
          </p:nvCxnSpPr>
          <p:spPr>
            <a:xfrm flipH="1">
              <a:off x="2571094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929A1FE2-2F25-7583-E2D4-38E596E5B5F9}"/>
                </a:ext>
              </a:extLst>
            </p:cNvPr>
            <p:cNvCxnSpPr>
              <a:cxnSpLocks/>
              <a:stCxn id="230" idx="6"/>
              <a:endCxn id="236" idx="2"/>
            </p:cNvCxnSpPr>
            <p:nvPr/>
          </p:nvCxnSpPr>
          <p:spPr>
            <a:xfrm flipH="1">
              <a:off x="2571094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11C4951A-ECB1-8138-2465-FC15BEB2FD7D}"/>
                </a:ext>
              </a:extLst>
            </p:cNvPr>
            <p:cNvCxnSpPr>
              <a:cxnSpLocks/>
              <a:stCxn id="230" idx="6"/>
              <a:endCxn id="237" idx="2"/>
            </p:cNvCxnSpPr>
            <p:nvPr/>
          </p:nvCxnSpPr>
          <p:spPr>
            <a:xfrm flipH="1">
              <a:off x="2571094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AEDD0FE8-F519-7283-0665-F702AAD17E17}"/>
                </a:ext>
              </a:extLst>
            </p:cNvPr>
            <p:cNvCxnSpPr>
              <a:cxnSpLocks/>
              <a:stCxn id="230" idx="6"/>
              <a:endCxn id="238" idx="2"/>
            </p:cNvCxnSpPr>
            <p:nvPr/>
          </p:nvCxnSpPr>
          <p:spPr>
            <a:xfrm flipH="1">
              <a:off x="2571094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CAD49DE6-48E5-1D48-D18E-2A1EC9BCFFD9}"/>
                </a:ext>
              </a:extLst>
            </p:cNvPr>
            <p:cNvCxnSpPr>
              <a:cxnSpLocks/>
              <a:stCxn id="231" idx="6"/>
              <a:endCxn id="233" idx="2"/>
            </p:cNvCxnSpPr>
            <p:nvPr/>
          </p:nvCxnSpPr>
          <p:spPr>
            <a:xfrm flipH="1" flipV="1">
              <a:off x="2571093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1E8019BE-8817-0C19-74C2-1A5AB61B62A1}"/>
                </a:ext>
              </a:extLst>
            </p:cNvPr>
            <p:cNvCxnSpPr>
              <a:cxnSpLocks/>
              <a:stCxn id="231" idx="6"/>
              <a:endCxn id="234" idx="2"/>
            </p:cNvCxnSpPr>
            <p:nvPr/>
          </p:nvCxnSpPr>
          <p:spPr>
            <a:xfrm flipH="1" flipV="1">
              <a:off x="2571093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7AB5341E-A7B7-C453-1FF1-D92DE39C6118}"/>
                </a:ext>
              </a:extLst>
            </p:cNvPr>
            <p:cNvCxnSpPr>
              <a:cxnSpLocks/>
              <a:stCxn id="231" idx="6"/>
              <a:endCxn id="235" idx="2"/>
            </p:cNvCxnSpPr>
            <p:nvPr/>
          </p:nvCxnSpPr>
          <p:spPr>
            <a:xfrm flipH="1" flipV="1">
              <a:off x="2571094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15ED078F-DE7B-83F3-02EB-BF2E1CA1AEB5}"/>
                </a:ext>
              </a:extLst>
            </p:cNvPr>
            <p:cNvCxnSpPr>
              <a:cxnSpLocks/>
              <a:stCxn id="231" idx="6"/>
              <a:endCxn id="236" idx="2"/>
            </p:cNvCxnSpPr>
            <p:nvPr/>
          </p:nvCxnSpPr>
          <p:spPr>
            <a:xfrm flipH="1">
              <a:off x="2571094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C4809784-5422-12ED-4527-7725F49E0A2C}"/>
                </a:ext>
              </a:extLst>
            </p:cNvPr>
            <p:cNvCxnSpPr>
              <a:cxnSpLocks/>
              <a:stCxn id="231" idx="6"/>
              <a:endCxn id="237" idx="2"/>
            </p:cNvCxnSpPr>
            <p:nvPr/>
          </p:nvCxnSpPr>
          <p:spPr>
            <a:xfrm flipH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1FC18353-51C3-600E-EC27-F8985725CF04}"/>
                </a:ext>
              </a:extLst>
            </p:cNvPr>
            <p:cNvCxnSpPr>
              <a:cxnSpLocks/>
              <a:stCxn id="231" idx="6"/>
              <a:endCxn id="238" idx="2"/>
            </p:cNvCxnSpPr>
            <p:nvPr/>
          </p:nvCxnSpPr>
          <p:spPr>
            <a:xfrm flipH="1">
              <a:off x="2571094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83C6BB2D-60A0-35DC-6B76-FA04F3561DBF}"/>
                </a:ext>
              </a:extLst>
            </p:cNvPr>
            <p:cNvCxnSpPr>
              <a:cxnSpLocks/>
              <a:stCxn id="232" idx="6"/>
              <a:endCxn id="233" idx="2"/>
            </p:cNvCxnSpPr>
            <p:nvPr/>
          </p:nvCxnSpPr>
          <p:spPr>
            <a:xfrm flipH="1" flipV="1">
              <a:off x="2571093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Straight Connector 259">
              <a:extLst>
                <a:ext uri="{FF2B5EF4-FFF2-40B4-BE49-F238E27FC236}">
                  <a16:creationId xmlns:a16="http://schemas.microsoft.com/office/drawing/2014/main" id="{49CA720F-C076-462F-5FD4-687415A0CA94}"/>
                </a:ext>
              </a:extLst>
            </p:cNvPr>
            <p:cNvCxnSpPr>
              <a:cxnSpLocks/>
              <a:stCxn id="232" idx="6"/>
              <a:endCxn id="234" idx="2"/>
            </p:cNvCxnSpPr>
            <p:nvPr/>
          </p:nvCxnSpPr>
          <p:spPr>
            <a:xfrm flipH="1" flipV="1">
              <a:off x="2571093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Straight Connector 260">
              <a:extLst>
                <a:ext uri="{FF2B5EF4-FFF2-40B4-BE49-F238E27FC236}">
                  <a16:creationId xmlns:a16="http://schemas.microsoft.com/office/drawing/2014/main" id="{FA2E5F0F-212A-6454-8C9B-DBD0F7804D6A}"/>
                </a:ext>
              </a:extLst>
            </p:cNvPr>
            <p:cNvCxnSpPr>
              <a:cxnSpLocks/>
              <a:stCxn id="232" idx="6"/>
              <a:endCxn id="235" idx="2"/>
            </p:cNvCxnSpPr>
            <p:nvPr/>
          </p:nvCxnSpPr>
          <p:spPr>
            <a:xfrm flipH="1" flipV="1">
              <a:off x="2571094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Straight Connector 261">
              <a:extLst>
                <a:ext uri="{FF2B5EF4-FFF2-40B4-BE49-F238E27FC236}">
                  <a16:creationId xmlns:a16="http://schemas.microsoft.com/office/drawing/2014/main" id="{6BC4A283-5492-33F4-6954-90E06D85B6B4}"/>
                </a:ext>
              </a:extLst>
            </p:cNvPr>
            <p:cNvCxnSpPr>
              <a:cxnSpLocks/>
              <a:stCxn id="232" idx="6"/>
              <a:endCxn id="236" idx="2"/>
            </p:cNvCxnSpPr>
            <p:nvPr/>
          </p:nvCxnSpPr>
          <p:spPr>
            <a:xfrm flipH="1" flipV="1">
              <a:off x="2571094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Straight Connector 262">
              <a:extLst>
                <a:ext uri="{FF2B5EF4-FFF2-40B4-BE49-F238E27FC236}">
                  <a16:creationId xmlns:a16="http://schemas.microsoft.com/office/drawing/2014/main" id="{6FE0D27D-0631-92D6-0C38-B221B63EB39B}"/>
                </a:ext>
              </a:extLst>
            </p:cNvPr>
            <p:cNvCxnSpPr>
              <a:cxnSpLocks/>
              <a:stCxn id="232" idx="6"/>
              <a:endCxn id="237" idx="2"/>
            </p:cNvCxnSpPr>
            <p:nvPr/>
          </p:nvCxnSpPr>
          <p:spPr>
            <a:xfrm flipH="1">
              <a:off x="2571094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BDFAC1BE-314A-4140-0538-C44FD9FAB170}"/>
                </a:ext>
              </a:extLst>
            </p:cNvPr>
            <p:cNvCxnSpPr>
              <a:cxnSpLocks/>
              <a:stCxn id="232" idx="6"/>
              <a:endCxn id="238" idx="2"/>
            </p:cNvCxnSpPr>
            <p:nvPr/>
          </p:nvCxnSpPr>
          <p:spPr>
            <a:xfrm flipH="1">
              <a:off x="2571094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A8A3E9B7-4E24-6446-7E51-5F073B52E222}"/>
                </a:ext>
              </a:extLst>
            </p:cNvPr>
            <p:cNvCxnSpPr>
              <a:cxnSpLocks/>
              <a:stCxn id="233" idx="6"/>
              <a:endCxn id="16" idx="6"/>
            </p:cNvCxnSpPr>
            <p:nvPr/>
          </p:nvCxnSpPr>
          <p:spPr>
            <a:xfrm flipH="1">
              <a:off x="1470428" y="1309634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5BE6EAC7-9756-1DB3-D64B-23B3BC171536}"/>
                </a:ext>
              </a:extLst>
            </p:cNvPr>
            <p:cNvCxnSpPr>
              <a:cxnSpLocks/>
              <a:stCxn id="234" idx="6"/>
              <a:endCxn id="16" idx="6"/>
            </p:cNvCxnSpPr>
            <p:nvPr/>
          </p:nvCxnSpPr>
          <p:spPr>
            <a:xfrm flipH="1">
              <a:off x="1470428" y="1732967"/>
              <a:ext cx="841020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5EBDAEC2-DB11-C067-00D0-0ED9C42D1E7B}"/>
                </a:ext>
              </a:extLst>
            </p:cNvPr>
            <p:cNvCxnSpPr>
              <a:cxnSpLocks/>
              <a:stCxn id="235" idx="6"/>
              <a:endCxn id="16" idx="6"/>
            </p:cNvCxnSpPr>
            <p:nvPr/>
          </p:nvCxnSpPr>
          <p:spPr>
            <a:xfrm flipH="1">
              <a:off x="1470428" y="2156300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E7EF25B-A094-A0A0-F4D2-733C292FDA5E}"/>
                </a:ext>
              </a:extLst>
            </p:cNvPr>
            <p:cNvCxnSpPr>
              <a:cxnSpLocks/>
              <a:stCxn id="236" idx="6"/>
              <a:endCxn id="16" idx="6"/>
            </p:cNvCxnSpPr>
            <p:nvPr/>
          </p:nvCxnSpPr>
          <p:spPr>
            <a:xfrm flipH="1" flipV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13FF6487-845B-79BE-3B7F-23835870252A}"/>
                </a:ext>
              </a:extLst>
            </p:cNvPr>
            <p:cNvCxnSpPr>
              <a:cxnSpLocks/>
              <a:stCxn id="237" idx="6"/>
              <a:endCxn id="16" idx="6"/>
            </p:cNvCxnSpPr>
            <p:nvPr/>
          </p:nvCxnSpPr>
          <p:spPr>
            <a:xfrm flipH="1" flipV="1">
              <a:off x="1470428" y="2156300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01BA712F-E419-6149-3D53-195FC464D165}"/>
                </a:ext>
              </a:extLst>
            </p:cNvPr>
            <p:cNvCxnSpPr>
              <a:cxnSpLocks/>
              <a:stCxn id="238" idx="6"/>
              <a:endCxn id="16" idx="6"/>
            </p:cNvCxnSpPr>
            <p:nvPr/>
          </p:nvCxnSpPr>
          <p:spPr>
            <a:xfrm flipH="1" flipV="1">
              <a:off x="1470428" y="2156300"/>
              <a:ext cx="841021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422E34EA-FD42-61DA-C73E-7743C3976D03}"/>
                </a:ext>
              </a:extLst>
            </p:cNvPr>
            <p:cNvCxnSpPr>
              <a:cxnSpLocks/>
              <a:stCxn id="233" idx="6"/>
              <a:endCxn id="17" idx="6"/>
            </p:cNvCxnSpPr>
            <p:nvPr/>
          </p:nvCxnSpPr>
          <p:spPr>
            <a:xfrm flipH="1">
              <a:off x="1470428" y="1309634"/>
              <a:ext cx="841020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>
              <a:extLst>
                <a:ext uri="{FF2B5EF4-FFF2-40B4-BE49-F238E27FC236}">
                  <a16:creationId xmlns:a16="http://schemas.microsoft.com/office/drawing/2014/main" id="{F9A9FA2D-131D-C59A-ECC3-5C4FC821914F}"/>
                </a:ext>
              </a:extLst>
            </p:cNvPr>
            <p:cNvCxnSpPr>
              <a:cxnSpLocks/>
              <a:stCxn id="234" idx="6"/>
              <a:endCxn id="17" idx="6"/>
            </p:cNvCxnSpPr>
            <p:nvPr/>
          </p:nvCxnSpPr>
          <p:spPr>
            <a:xfrm flipH="1">
              <a:off x="1470428" y="1732967"/>
              <a:ext cx="841020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Straight Connector 272">
              <a:extLst>
                <a:ext uri="{FF2B5EF4-FFF2-40B4-BE49-F238E27FC236}">
                  <a16:creationId xmlns:a16="http://schemas.microsoft.com/office/drawing/2014/main" id="{57CAEB6F-C8AB-49AB-7A96-0C915AFF8349}"/>
                </a:ext>
              </a:extLst>
            </p:cNvPr>
            <p:cNvCxnSpPr>
              <a:cxnSpLocks/>
              <a:stCxn id="235" idx="6"/>
              <a:endCxn id="17" idx="6"/>
            </p:cNvCxnSpPr>
            <p:nvPr/>
          </p:nvCxnSpPr>
          <p:spPr>
            <a:xfrm flipH="1">
              <a:off x="1470428" y="2156300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Straight Connector 273">
              <a:extLst>
                <a:ext uri="{FF2B5EF4-FFF2-40B4-BE49-F238E27FC236}">
                  <a16:creationId xmlns:a16="http://schemas.microsoft.com/office/drawing/2014/main" id="{2C9809BC-4448-3DFF-1705-17515AC770C1}"/>
                </a:ext>
              </a:extLst>
            </p:cNvPr>
            <p:cNvCxnSpPr>
              <a:cxnSpLocks/>
              <a:stCxn id="236" idx="6"/>
              <a:endCxn id="17" idx="6"/>
            </p:cNvCxnSpPr>
            <p:nvPr/>
          </p:nvCxnSpPr>
          <p:spPr>
            <a:xfrm flipH="1">
              <a:off x="1470428" y="2579633"/>
              <a:ext cx="84102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1EBEA499-52B7-D1A7-B7F9-44B73BF12A58}"/>
                </a:ext>
              </a:extLst>
            </p:cNvPr>
            <p:cNvCxnSpPr>
              <a:cxnSpLocks/>
              <a:stCxn id="237" idx="6"/>
              <a:endCxn id="17" idx="6"/>
            </p:cNvCxnSpPr>
            <p:nvPr/>
          </p:nvCxnSpPr>
          <p:spPr>
            <a:xfrm flipH="1" flipV="1">
              <a:off x="1470428" y="2579633"/>
              <a:ext cx="841021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Straight Connector 275">
              <a:extLst>
                <a:ext uri="{FF2B5EF4-FFF2-40B4-BE49-F238E27FC236}">
                  <a16:creationId xmlns:a16="http://schemas.microsoft.com/office/drawing/2014/main" id="{98C83BA2-C34B-8DC0-2097-B5D371CC92E9}"/>
                </a:ext>
              </a:extLst>
            </p:cNvPr>
            <p:cNvCxnSpPr>
              <a:cxnSpLocks/>
              <a:stCxn id="238" idx="6"/>
              <a:endCxn id="17" idx="6"/>
            </p:cNvCxnSpPr>
            <p:nvPr/>
          </p:nvCxnSpPr>
          <p:spPr>
            <a:xfrm flipH="1" flipV="1">
              <a:off x="1470428" y="2579633"/>
              <a:ext cx="841021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/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688AB584-534A-A7FF-D45B-CCD802C22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1" y="3498208"/>
                <a:ext cx="1177758" cy="307777"/>
              </a:xfrm>
              <a:prstGeom prst="rect">
                <a:avLst/>
              </a:prstGeom>
              <a:blipFill>
                <a:blip r:embed="rId2"/>
                <a:stretch>
                  <a:fillRect l="-5376" r="-5376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/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8CE69B60-8B5B-3295-625B-7FE6DB4B1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989" y="3498208"/>
                <a:ext cx="254877" cy="307777"/>
              </a:xfrm>
              <a:prstGeom prst="rect">
                <a:avLst/>
              </a:prstGeom>
              <a:blipFill>
                <a:blip r:embed="rId3"/>
                <a:stretch>
                  <a:fillRect l="-33333" r="-19048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8" name="TextBox 297">
            <a:extLst>
              <a:ext uri="{FF2B5EF4-FFF2-40B4-BE49-F238E27FC236}">
                <a16:creationId xmlns:a16="http://schemas.microsoft.com/office/drawing/2014/main" id="{795EF539-85C5-DA16-B3B8-3C0C7CBCEB01}"/>
              </a:ext>
            </a:extLst>
          </p:cNvPr>
          <p:cNvSpPr txBox="1"/>
          <p:nvPr/>
        </p:nvSpPr>
        <p:spPr>
          <a:xfrm>
            <a:off x="567346" y="3775849"/>
            <a:ext cx="16125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Random</a:t>
            </a:r>
          </a:p>
          <a:p>
            <a:pPr algn="ctr"/>
            <a:r>
              <a:rPr lang="en-US" dirty="0"/>
              <a:t>Latent sample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8A4BA4AD-28C4-C244-638E-085DA967FB8B}"/>
              </a:ext>
            </a:extLst>
          </p:cNvPr>
          <p:cNvSpPr txBox="1"/>
          <p:nvPr/>
        </p:nvSpPr>
        <p:spPr>
          <a:xfrm>
            <a:off x="3058488" y="3775849"/>
            <a:ext cx="12357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Generated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932BB97F-6E9B-1EC6-4FD4-9DCF3D050F1E}"/>
              </a:ext>
            </a:extLst>
          </p:cNvPr>
          <p:cNvSpPr txBox="1"/>
          <p:nvPr/>
        </p:nvSpPr>
        <p:spPr>
          <a:xfrm>
            <a:off x="1747735" y="536209"/>
            <a:ext cx="1446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Generator, G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CBCC213D-EC55-5652-A680-1BACE43C5783}"/>
              </a:ext>
            </a:extLst>
          </p:cNvPr>
          <p:cNvSpPr txBox="1"/>
          <p:nvPr/>
        </p:nvSpPr>
        <p:spPr>
          <a:xfrm>
            <a:off x="4309385" y="536209"/>
            <a:ext cx="17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Discriminator, D</a:t>
            </a:r>
          </a:p>
        </p:txBody>
      </p: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F0E5733-215D-ADE6-2C9A-904596734CB7}"/>
              </a:ext>
            </a:extLst>
          </p:cNvPr>
          <p:cNvGrpSpPr/>
          <p:nvPr/>
        </p:nvGrpSpPr>
        <p:grpSpPr>
          <a:xfrm>
            <a:off x="3909037" y="1179811"/>
            <a:ext cx="2551289" cy="2376310"/>
            <a:chOff x="3909037" y="1179811"/>
            <a:chExt cx="2551289" cy="237631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5799011-AD22-B3C2-6903-159EEA7D0AA1}"/>
                </a:ext>
              </a:extLst>
            </p:cNvPr>
            <p:cNvSpPr/>
            <p:nvPr/>
          </p:nvSpPr>
          <p:spPr>
            <a:xfrm flipH="1">
              <a:off x="6200681" y="2214045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D64F852-40C5-8DE2-B01E-24F345787BD7}"/>
                </a:ext>
              </a:extLst>
            </p:cNvPr>
            <p:cNvSpPr/>
            <p:nvPr/>
          </p:nvSpPr>
          <p:spPr>
            <a:xfrm>
              <a:off x="3909038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1E227-508C-50B6-E70F-65122FAAC37B}"/>
                </a:ext>
              </a:extLst>
            </p:cNvPr>
            <p:cNvSpPr/>
            <p:nvPr/>
          </p:nvSpPr>
          <p:spPr>
            <a:xfrm>
              <a:off x="3909038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5041E3B-6A9A-7E6B-A7B7-A9B16409F540}"/>
                </a:ext>
              </a:extLst>
            </p:cNvPr>
            <p:cNvSpPr/>
            <p:nvPr/>
          </p:nvSpPr>
          <p:spPr>
            <a:xfrm>
              <a:off x="3909037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5601CD4-D490-952A-9C71-833F9EB40CC2}"/>
                </a:ext>
              </a:extLst>
            </p:cNvPr>
            <p:cNvSpPr/>
            <p:nvPr/>
          </p:nvSpPr>
          <p:spPr>
            <a:xfrm>
              <a:off x="3909037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4906874-2AF1-E9D1-2503-810506D42C68}"/>
                </a:ext>
              </a:extLst>
            </p:cNvPr>
            <p:cNvSpPr/>
            <p:nvPr/>
          </p:nvSpPr>
          <p:spPr>
            <a:xfrm>
              <a:off x="5100016" y="1179811"/>
              <a:ext cx="259645" cy="259645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BC88767-08B2-268A-0EAD-A8BCF69D3D0B}"/>
                </a:ext>
              </a:extLst>
            </p:cNvPr>
            <p:cNvSpPr/>
            <p:nvPr/>
          </p:nvSpPr>
          <p:spPr>
            <a:xfrm>
              <a:off x="5100016" y="1603144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080C77B-AFD4-48DB-CB83-6428E982F6B4}"/>
                </a:ext>
              </a:extLst>
            </p:cNvPr>
            <p:cNvSpPr/>
            <p:nvPr/>
          </p:nvSpPr>
          <p:spPr>
            <a:xfrm>
              <a:off x="5100015" y="2026477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3317AAD-4660-2B3C-10FC-F4C622C7D06E}"/>
                </a:ext>
              </a:extLst>
            </p:cNvPr>
            <p:cNvSpPr/>
            <p:nvPr/>
          </p:nvSpPr>
          <p:spPr>
            <a:xfrm>
              <a:off x="5100015" y="2449810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FCEE8FF-5B50-35E5-EF7A-AAAEAD3E587A}"/>
                </a:ext>
              </a:extLst>
            </p:cNvPr>
            <p:cNvSpPr/>
            <p:nvPr/>
          </p:nvSpPr>
          <p:spPr>
            <a:xfrm>
              <a:off x="5100015" y="2873143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13324937-08E3-F9F0-8CAD-E9A4DCF8E911}"/>
                </a:ext>
              </a:extLst>
            </p:cNvPr>
            <p:cNvSpPr/>
            <p:nvPr/>
          </p:nvSpPr>
          <p:spPr>
            <a:xfrm>
              <a:off x="5100015" y="3296476"/>
              <a:ext cx="259645" cy="25964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48D784F-2C94-0296-32A8-57FCDD840E30}"/>
                </a:ext>
              </a:extLst>
            </p:cNvPr>
            <p:cNvCxnSpPr>
              <a:cxnSpLocks/>
              <a:stCxn id="18" idx="6"/>
              <a:endCxn id="22" idx="2"/>
            </p:cNvCxnSpPr>
            <p:nvPr/>
          </p:nvCxnSpPr>
          <p:spPr>
            <a:xfrm flipV="1">
              <a:off x="4168683" y="1309634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A85F78-18C7-0A5F-A28D-F99732D8FD3B}"/>
                </a:ext>
              </a:extLst>
            </p:cNvPr>
            <p:cNvCxnSpPr>
              <a:cxnSpLocks/>
              <a:stCxn id="18" idx="6"/>
              <a:endCxn id="23" idx="2"/>
            </p:cNvCxnSpPr>
            <p:nvPr/>
          </p:nvCxnSpPr>
          <p:spPr>
            <a:xfrm>
              <a:off x="4168683" y="1732967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F35328C-A48B-5EE7-ABB4-BD1EC2B80566}"/>
                </a:ext>
              </a:extLst>
            </p:cNvPr>
            <p:cNvCxnSpPr>
              <a:cxnSpLocks/>
              <a:stCxn id="18" idx="6"/>
              <a:endCxn id="24" idx="2"/>
            </p:cNvCxnSpPr>
            <p:nvPr/>
          </p:nvCxnSpPr>
          <p:spPr>
            <a:xfrm>
              <a:off x="4168683" y="1732967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EFF0A6A-872A-E903-609A-9B69A5398A1D}"/>
                </a:ext>
              </a:extLst>
            </p:cNvPr>
            <p:cNvCxnSpPr>
              <a:cxnSpLocks/>
              <a:stCxn id="18" idx="6"/>
              <a:endCxn id="25" idx="2"/>
            </p:cNvCxnSpPr>
            <p:nvPr/>
          </p:nvCxnSpPr>
          <p:spPr>
            <a:xfrm>
              <a:off x="4168683" y="1732967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EB6ADB4-77CE-593A-821A-43E0F13B3021}"/>
                </a:ext>
              </a:extLst>
            </p:cNvPr>
            <p:cNvCxnSpPr>
              <a:cxnSpLocks/>
              <a:stCxn id="18" idx="6"/>
              <a:endCxn id="26" idx="2"/>
            </p:cNvCxnSpPr>
            <p:nvPr/>
          </p:nvCxnSpPr>
          <p:spPr>
            <a:xfrm>
              <a:off x="4168683" y="1732967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7008D9C-DA82-671A-2543-8038BF063A86}"/>
                </a:ext>
              </a:extLst>
            </p:cNvPr>
            <p:cNvCxnSpPr>
              <a:cxnSpLocks/>
              <a:stCxn id="18" idx="6"/>
              <a:endCxn id="27" idx="2"/>
            </p:cNvCxnSpPr>
            <p:nvPr/>
          </p:nvCxnSpPr>
          <p:spPr>
            <a:xfrm>
              <a:off x="4168683" y="1732967"/>
              <a:ext cx="931332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1221A1F-833E-1571-D90A-5B4EB1734727}"/>
                </a:ext>
              </a:extLst>
            </p:cNvPr>
            <p:cNvCxnSpPr>
              <a:cxnSpLocks/>
              <a:stCxn id="19" idx="6"/>
              <a:endCxn id="22" idx="2"/>
            </p:cNvCxnSpPr>
            <p:nvPr/>
          </p:nvCxnSpPr>
          <p:spPr>
            <a:xfrm flipV="1">
              <a:off x="4168683" y="1309634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099FEEA-7BDE-36DF-BB7E-0DED7416A325}"/>
                </a:ext>
              </a:extLst>
            </p:cNvPr>
            <p:cNvCxnSpPr>
              <a:cxnSpLocks/>
              <a:stCxn id="19" idx="6"/>
              <a:endCxn id="23" idx="2"/>
            </p:cNvCxnSpPr>
            <p:nvPr/>
          </p:nvCxnSpPr>
          <p:spPr>
            <a:xfrm flipV="1">
              <a:off x="4168683" y="1732967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1BFB625-1811-F1DC-991B-6E3CC4C7B6C0}"/>
                </a:ext>
              </a:extLst>
            </p:cNvPr>
            <p:cNvCxnSpPr>
              <a:cxnSpLocks/>
              <a:stCxn id="19" idx="6"/>
              <a:endCxn id="24" idx="2"/>
            </p:cNvCxnSpPr>
            <p:nvPr/>
          </p:nvCxnSpPr>
          <p:spPr>
            <a:xfrm>
              <a:off x="4168683" y="2156300"/>
              <a:ext cx="93133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60EC3F8-C030-0298-AB40-16E4330DDFCB}"/>
                </a:ext>
              </a:extLst>
            </p:cNvPr>
            <p:cNvCxnSpPr>
              <a:cxnSpLocks/>
              <a:stCxn id="19" idx="6"/>
              <a:endCxn id="25" idx="2"/>
            </p:cNvCxnSpPr>
            <p:nvPr/>
          </p:nvCxnSpPr>
          <p:spPr>
            <a:xfrm>
              <a:off x="4168683" y="2156300"/>
              <a:ext cx="931332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4507C5D7-A5E4-A496-F3B3-4582CF19AC6E}"/>
                </a:ext>
              </a:extLst>
            </p:cNvPr>
            <p:cNvCxnSpPr>
              <a:cxnSpLocks/>
              <a:stCxn id="19" idx="6"/>
              <a:endCxn id="26" idx="2"/>
            </p:cNvCxnSpPr>
            <p:nvPr/>
          </p:nvCxnSpPr>
          <p:spPr>
            <a:xfrm>
              <a:off x="4168683" y="2156300"/>
              <a:ext cx="931332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E004881-6876-2CE3-7F24-EBFEEFA0B972}"/>
                </a:ext>
              </a:extLst>
            </p:cNvPr>
            <p:cNvCxnSpPr>
              <a:cxnSpLocks/>
              <a:stCxn id="19" idx="6"/>
              <a:endCxn id="27" idx="2"/>
            </p:cNvCxnSpPr>
            <p:nvPr/>
          </p:nvCxnSpPr>
          <p:spPr>
            <a:xfrm>
              <a:off x="4168683" y="2156300"/>
              <a:ext cx="931332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A9D639B-C461-B39F-59D7-116DBB96EC01}"/>
                </a:ext>
              </a:extLst>
            </p:cNvPr>
            <p:cNvCxnSpPr>
              <a:cxnSpLocks/>
              <a:stCxn id="20" idx="6"/>
              <a:endCxn id="22" idx="2"/>
            </p:cNvCxnSpPr>
            <p:nvPr/>
          </p:nvCxnSpPr>
          <p:spPr>
            <a:xfrm flipV="1">
              <a:off x="4168682" y="1309634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439312A-CB31-198A-FCC6-AEC775E47B16}"/>
                </a:ext>
              </a:extLst>
            </p:cNvPr>
            <p:cNvCxnSpPr>
              <a:cxnSpLocks/>
              <a:stCxn id="20" idx="6"/>
              <a:endCxn id="23" idx="2"/>
            </p:cNvCxnSpPr>
            <p:nvPr/>
          </p:nvCxnSpPr>
          <p:spPr>
            <a:xfrm flipV="1">
              <a:off x="4168682" y="1732967"/>
              <a:ext cx="931334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262315C-D18C-2BBF-DCCD-58E92FCE449B}"/>
                </a:ext>
              </a:extLst>
            </p:cNvPr>
            <p:cNvCxnSpPr>
              <a:cxnSpLocks/>
              <a:stCxn id="20" idx="6"/>
              <a:endCxn id="24" idx="2"/>
            </p:cNvCxnSpPr>
            <p:nvPr/>
          </p:nvCxnSpPr>
          <p:spPr>
            <a:xfrm flipV="1">
              <a:off x="4168682" y="2156300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583AA09-F3F0-D418-AC76-054955E7696F}"/>
                </a:ext>
              </a:extLst>
            </p:cNvPr>
            <p:cNvCxnSpPr>
              <a:cxnSpLocks/>
              <a:stCxn id="20" idx="6"/>
              <a:endCxn id="25" idx="2"/>
            </p:cNvCxnSpPr>
            <p:nvPr/>
          </p:nvCxnSpPr>
          <p:spPr>
            <a:xfrm>
              <a:off x="4168682" y="2579633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CBC59A6-4232-D925-BAFC-1D770227A579}"/>
                </a:ext>
              </a:extLst>
            </p:cNvPr>
            <p:cNvCxnSpPr>
              <a:cxnSpLocks/>
              <a:stCxn id="20" idx="6"/>
              <a:endCxn id="26" idx="2"/>
            </p:cNvCxnSpPr>
            <p:nvPr/>
          </p:nvCxnSpPr>
          <p:spPr>
            <a:xfrm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571528F-BCA8-7543-3F00-B8B3A5CEECBE}"/>
                </a:ext>
              </a:extLst>
            </p:cNvPr>
            <p:cNvCxnSpPr>
              <a:cxnSpLocks/>
              <a:stCxn id="20" idx="6"/>
              <a:endCxn id="27" idx="2"/>
            </p:cNvCxnSpPr>
            <p:nvPr/>
          </p:nvCxnSpPr>
          <p:spPr>
            <a:xfrm>
              <a:off x="4168682" y="2579633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602D503-51AB-1D8E-A775-4065CB87631F}"/>
                </a:ext>
              </a:extLst>
            </p:cNvPr>
            <p:cNvCxnSpPr>
              <a:cxnSpLocks/>
              <a:stCxn id="21" idx="6"/>
              <a:endCxn id="22" idx="2"/>
            </p:cNvCxnSpPr>
            <p:nvPr/>
          </p:nvCxnSpPr>
          <p:spPr>
            <a:xfrm flipV="1">
              <a:off x="4168682" y="1309634"/>
              <a:ext cx="931334" cy="169333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67BFC74-D30D-B1A6-884F-8CCBE6A5894A}"/>
                </a:ext>
              </a:extLst>
            </p:cNvPr>
            <p:cNvCxnSpPr>
              <a:cxnSpLocks/>
              <a:stCxn id="21" idx="6"/>
              <a:endCxn id="23" idx="2"/>
            </p:cNvCxnSpPr>
            <p:nvPr/>
          </p:nvCxnSpPr>
          <p:spPr>
            <a:xfrm flipV="1">
              <a:off x="4168682" y="1732967"/>
              <a:ext cx="931334" cy="1269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2C6EB88-9B1A-96CA-51C5-C95588D1B8B8}"/>
                </a:ext>
              </a:extLst>
            </p:cNvPr>
            <p:cNvCxnSpPr>
              <a:cxnSpLocks/>
              <a:stCxn id="21" idx="6"/>
              <a:endCxn id="24" idx="2"/>
            </p:cNvCxnSpPr>
            <p:nvPr/>
          </p:nvCxnSpPr>
          <p:spPr>
            <a:xfrm flipV="1">
              <a:off x="4168682" y="2156300"/>
              <a:ext cx="931333" cy="8466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C9C2A39-540D-9110-523A-9F7562FF2BA7}"/>
                </a:ext>
              </a:extLst>
            </p:cNvPr>
            <p:cNvCxnSpPr>
              <a:cxnSpLocks/>
              <a:stCxn id="21" idx="6"/>
              <a:endCxn id="25" idx="2"/>
            </p:cNvCxnSpPr>
            <p:nvPr/>
          </p:nvCxnSpPr>
          <p:spPr>
            <a:xfrm flipV="1">
              <a:off x="4168682" y="2579633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D28D1011-A2C4-C186-F39F-0911C440B2D2}"/>
                </a:ext>
              </a:extLst>
            </p:cNvPr>
            <p:cNvCxnSpPr>
              <a:cxnSpLocks/>
              <a:stCxn id="21" idx="6"/>
              <a:endCxn id="26" idx="2"/>
            </p:cNvCxnSpPr>
            <p:nvPr/>
          </p:nvCxnSpPr>
          <p:spPr>
            <a:xfrm>
              <a:off x="4168682" y="3002966"/>
              <a:ext cx="93133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9FBBEF4-CE92-C41D-DE7B-2FED5B324DAB}"/>
                </a:ext>
              </a:extLst>
            </p:cNvPr>
            <p:cNvCxnSpPr>
              <a:cxnSpLocks/>
              <a:stCxn id="21" idx="6"/>
              <a:endCxn id="27" idx="2"/>
            </p:cNvCxnSpPr>
            <p:nvPr/>
          </p:nvCxnSpPr>
          <p:spPr>
            <a:xfrm>
              <a:off x="4168682" y="3002966"/>
              <a:ext cx="931333" cy="42333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8B0BD76-2B9F-EEB7-76AD-3B30951BD65F}"/>
                </a:ext>
              </a:extLst>
            </p:cNvPr>
            <p:cNvCxnSpPr>
              <a:cxnSpLocks/>
              <a:stCxn id="22" idx="6"/>
              <a:endCxn id="8" idx="6"/>
            </p:cNvCxnSpPr>
            <p:nvPr/>
          </p:nvCxnSpPr>
          <p:spPr>
            <a:xfrm>
              <a:off x="5359661" y="1309634"/>
              <a:ext cx="841020" cy="103423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08B6035-5517-BC84-2085-41F552EE4489}"/>
                </a:ext>
              </a:extLst>
            </p:cNvPr>
            <p:cNvCxnSpPr>
              <a:cxnSpLocks/>
              <a:stCxn id="23" idx="6"/>
              <a:endCxn id="8" idx="6"/>
            </p:cNvCxnSpPr>
            <p:nvPr/>
          </p:nvCxnSpPr>
          <p:spPr>
            <a:xfrm>
              <a:off x="5359661" y="1732967"/>
              <a:ext cx="841020" cy="6109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9C73D83-109C-9CF6-9D46-EEF3C2C88371}"/>
                </a:ext>
              </a:extLst>
            </p:cNvPr>
            <p:cNvCxnSpPr>
              <a:cxnSpLocks/>
              <a:stCxn id="24" idx="6"/>
              <a:endCxn id="8" idx="6"/>
            </p:cNvCxnSpPr>
            <p:nvPr/>
          </p:nvCxnSpPr>
          <p:spPr>
            <a:xfrm>
              <a:off x="5359660" y="2156300"/>
              <a:ext cx="841021" cy="18756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4BD6797-7C53-FD90-875E-7114061C328E}"/>
                </a:ext>
              </a:extLst>
            </p:cNvPr>
            <p:cNvCxnSpPr>
              <a:cxnSpLocks/>
              <a:stCxn id="25" idx="6"/>
              <a:endCxn id="8" idx="6"/>
            </p:cNvCxnSpPr>
            <p:nvPr/>
          </p:nvCxnSpPr>
          <p:spPr>
            <a:xfrm flipV="1">
              <a:off x="5359660" y="2343868"/>
              <a:ext cx="841021" cy="23576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CB4F708-BA52-B39A-9756-5B84059009F4}"/>
                </a:ext>
              </a:extLst>
            </p:cNvPr>
            <p:cNvCxnSpPr>
              <a:cxnSpLocks/>
              <a:stCxn id="26" idx="6"/>
              <a:endCxn id="8" idx="6"/>
            </p:cNvCxnSpPr>
            <p:nvPr/>
          </p:nvCxnSpPr>
          <p:spPr>
            <a:xfrm flipV="1">
              <a:off x="5359660" y="2343868"/>
              <a:ext cx="841021" cy="65909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35A9597-7DF5-F454-277D-8823D8D66973}"/>
                </a:ext>
              </a:extLst>
            </p:cNvPr>
            <p:cNvCxnSpPr>
              <a:cxnSpLocks/>
              <a:stCxn id="27" idx="6"/>
              <a:endCxn id="8" idx="6"/>
            </p:cNvCxnSpPr>
            <p:nvPr/>
          </p:nvCxnSpPr>
          <p:spPr>
            <a:xfrm flipV="1">
              <a:off x="5359660" y="2343868"/>
              <a:ext cx="841021" cy="108243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Left Brace 79">
            <a:extLst>
              <a:ext uri="{FF2B5EF4-FFF2-40B4-BE49-F238E27FC236}">
                <a16:creationId xmlns:a16="http://schemas.microsoft.com/office/drawing/2014/main" id="{CEDC0DAF-660A-A949-E496-5405555DE3F6}"/>
              </a:ext>
            </a:extLst>
          </p:cNvPr>
          <p:cNvSpPr/>
          <p:nvPr/>
        </p:nvSpPr>
        <p:spPr>
          <a:xfrm rot="5400000">
            <a:off x="2344651" y="-129535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Left Brace 80">
            <a:extLst>
              <a:ext uri="{FF2B5EF4-FFF2-40B4-BE49-F238E27FC236}">
                <a16:creationId xmlns:a16="http://schemas.microsoft.com/office/drawing/2014/main" id="{CC928B21-E2CF-3EEB-1226-7EC6012BA226}"/>
              </a:ext>
            </a:extLst>
          </p:cNvPr>
          <p:cNvSpPr/>
          <p:nvPr/>
        </p:nvSpPr>
        <p:spPr>
          <a:xfrm rot="5400000">
            <a:off x="5073798" y="-126419"/>
            <a:ext cx="257908" cy="225161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7A3212B-3C06-69F7-6930-BBBDCDF25875}"/>
              </a:ext>
            </a:extLst>
          </p:cNvPr>
          <p:cNvSpPr txBox="1"/>
          <p:nvPr/>
        </p:nvSpPr>
        <p:spPr>
          <a:xfrm>
            <a:off x="6156330" y="3498208"/>
            <a:ext cx="488916" cy="3077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GB" sz="2000" b="0" dirty="0"/>
              <a:t>✓/✗</a:t>
            </a:r>
            <a:endParaRPr lang="en-US" sz="14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A3676A-A9AA-589A-CC6C-5E4C21431F40}"/>
              </a:ext>
            </a:extLst>
          </p:cNvPr>
          <p:cNvSpPr txBox="1"/>
          <p:nvPr/>
        </p:nvSpPr>
        <p:spPr>
          <a:xfrm>
            <a:off x="5778202" y="3775849"/>
            <a:ext cx="1235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Real data?</a:t>
            </a:r>
          </a:p>
        </p:txBody>
      </p:sp>
    </p:spTree>
    <p:extLst>
      <p:ext uri="{BB962C8B-B14F-4D97-AF65-F5344CB8AC3E}">
        <p14:creationId xmlns:p14="http://schemas.microsoft.com/office/powerpoint/2010/main" val="66528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AA9EE-BEA9-1D54-6E38-5453D10A8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BA7000F-CDF8-993F-DFF7-47F893FDF042}"/>
              </a:ext>
            </a:extLst>
          </p:cNvPr>
          <p:cNvGrpSpPr/>
          <p:nvPr/>
        </p:nvGrpSpPr>
        <p:grpSpPr>
          <a:xfrm>
            <a:off x="234175" y="680223"/>
            <a:ext cx="5861825" cy="3635299"/>
            <a:chOff x="234175" y="680223"/>
            <a:chExt cx="5861825" cy="3635299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A4BF46EA-CACF-FB8B-379C-C2C98580FDC1}"/>
                </a:ext>
              </a:extLst>
            </p:cNvPr>
            <p:cNvSpPr/>
            <p:nvPr/>
          </p:nvSpPr>
          <p:spPr>
            <a:xfrm>
              <a:off x="234175" y="680223"/>
              <a:ext cx="5861825" cy="3635299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E2C906E-E494-A68C-68C5-FC0A2C843100}"/>
                </a:ext>
              </a:extLst>
            </p:cNvPr>
            <p:cNvGrpSpPr/>
            <p:nvPr/>
          </p:nvGrpSpPr>
          <p:grpSpPr>
            <a:xfrm>
              <a:off x="424512" y="800866"/>
              <a:ext cx="5384804" cy="3244929"/>
              <a:chOff x="502570" y="789715"/>
              <a:chExt cx="5384804" cy="3244929"/>
            </a:xfrm>
          </p:grpSpPr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6BEF1DCD-655B-184D-1FC1-E6C3572C3CBF}"/>
                  </a:ext>
                </a:extLst>
              </p:cNvPr>
              <p:cNvGrpSpPr/>
              <p:nvPr/>
            </p:nvGrpSpPr>
            <p:grpSpPr>
              <a:xfrm>
                <a:off x="502570" y="789715"/>
                <a:ext cx="5384804" cy="2795187"/>
                <a:chOff x="502570" y="789715"/>
                <a:chExt cx="5384804" cy="2795187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AD8F9938-1583-154B-ACE9-1803659D8492}"/>
                    </a:ext>
                  </a:extLst>
                </p:cNvPr>
                <p:cNvSpPr/>
                <p:nvPr/>
              </p:nvSpPr>
              <p:spPr>
                <a:xfrm>
                  <a:off x="668824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0E3C5FD3-5CA8-2918-F221-DFB77AF73410}"/>
                    </a:ext>
                  </a:extLst>
                </p:cNvPr>
                <p:cNvSpPr/>
                <p:nvPr/>
              </p:nvSpPr>
              <p:spPr>
                <a:xfrm>
                  <a:off x="1875100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C261F9CA-78D1-6EC4-5072-FDA55BAE41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02570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AAFF911-DD30-CBE4-392B-9479CAFF6B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597382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10E8FCDA-DA30-0089-43C6-967B19733E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549976" y="1499782"/>
                      <a:ext cx="399011" cy="41023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t="-17647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7C71794-0EF9-B828-F427-927A3F5CE373}"/>
                    </a:ext>
                  </a:extLst>
                </p:cNvPr>
                <p:cNvCxnSpPr>
                  <a:stCxn id="4" idx="3"/>
                  <a:endCxn id="7" idx="1"/>
                </p:cNvCxnSpPr>
                <p:nvPr/>
              </p:nvCxnSpPr>
              <p:spPr>
                <a:xfrm>
                  <a:off x="901581" y="17048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Arrow Connector 33">
                  <a:extLst>
                    <a:ext uri="{FF2B5EF4-FFF2-40B4-BE49-F238E27FC236}">
                      <a16:creationId xmlns:a16="http://schemas.microsoft.com/office/drawing/2014/main" id="{9ECC4ED7-495C-0204-3443-3CCC14D2C2A2}"/>
                    </a:ext>
                  </a:extLst>
                </p:cNvPr>
                <p:cNvCxnSpPr>
                  <a:cxnSpLocks/>
                  <a:endCxn id="5" idx="1"/>
                </p:cNvCxnSpPr>
                <p:nvPr/>
              </p:nvCxnSpPr>
              <p:spPr>
                <a:xfrm flipV="1">
                  <a:off x="1948987" y="17021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1877BF09-BA55-08BA-65C8-10FC77C466F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1077" y="1294665"/>
                      <a:ext cx="796169" cy="41023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55" name="TextBox 54">
                      <a:extLst>
                        <a:ext uri="{FF2B5EF4-FFF2-40B4-BE49-F238E27FC236}">
                          <a16:creationId xmlns:a16="http://schemas.microsoft.com/office/drawing/2014/main" id="{7487EFAC-AF65-0E49-1343-4A0AB4E9C67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58474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16DFA1BC-75D5-8C9F-E9D6-95DA92F854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93551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50DF192-D57E-0982-45E2-64A07D87D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488363" y="1494382"/>
                      <a:ext cx="399011" cy="41023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t="-20588" b="-2941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noFill/>
                    <a:ln w="12700">
                      <a:solidFill>
                        <a:schemeClr val="tx1"/>
                      </a:solidFill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acc>
                              <m:accPr>
                                <m:chr m:val="̂"/>
                                <m:ctrl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2400" dirty="0"/>
                    </a:p>
                  </p:txBody>
                </p:sp>
              </mc:Choice>
              <mc:Fallback>
                <p:sp>
                  <p:nvSpPr>
                    <p:cNvPr id="70" name="TextBox 69">
                      <a:extLst>
                        <a:ext uri="{FF2B5EF4-FFF2-40B4-BE49-F238E27FC236}">
                          <a16:creationId xmlns:a16="http://schemas.microsoft.com/office/drawing/2014/main" id="{196FF806-AB7F-47BA-44CE-91A5D10EB76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40957" y="1497082"/>
                      <a:ext cx="399011" cy="41023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8824"/>
                      </a:stretch>
                    </a:blipFill>
                    <a:ln w="1270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66FF6D06-738F-8C3A-276E-81543D359541}"/>
                    </a:ext>
                  </a:extLst>
                </p:cNvPr>
                <p:cNvCxnSpPr>
                  <a:stCxn id="64" idx="3"/>
                  <a:endCxn id="70" idx="1"/>
                </p:cNvCxnSpPr>
                <p:nvPr/>
              </p:nvCxnSpPr>
              <p:spPr>
                <a:xfrm>
                  <a:off x="3792562" y="1702199"/>
                  <a:ext cx="648395" cy="0"/>
                </a:xfrm>
                <a:prstGeom prst="straightConnector1">
                  <a:avLst/>
                </a:prstGeom>
                <a:ln w="31750">
                  <a:solidFill>
                    <a:schemeClr val="accent5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Arrow Connector 71">
                  <a:extLst>
                    <a:ext uri="{FF2B5EF4-FFF2-40B4-BE49-F238E27FC236}">
                      <a16:creationId xmlns:a16="http://schemas.microsoft.com/office/drawing/2014/main" id="{17415D77-8C61-2F3E-79E4-FCAB5A85C104}"/>
                    </a:ext>
                  </a:extLst>
                </p:cNvPr>
                <p:cNvCxnSpPr>
                  <a:cxnSpLocks/>
                  <a:endCxn id="67" idx="1"/>
                </p:cNvCxnSpPr>
                <p:nvPr/>
              </p:nvCxnSpPr>
              <p:spPr>
                <a:xfrm flipV="1">
                  <a:off x="4839968" y="1699499"/>
                  <a:ext cx="648395" cy="11084"/>
                </a:xfrm>
                <a:prstGeom prst="straightConnector1">
                  <a:avLst/>
                </a:prstGeom>
                <a:ln w="31750">
                  <a:solidFill>
                    <a:schemeClr val="accent2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5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3" name="TextBox 72">
                      <a:extLst>
                        <a:ext uri="{FF2B5EF4-FFF2-40B4-BE49-F238E27FC236}">
                          <a16:creationId xmlns:a16="http://schemas.microsoft.com/office/drawing/2014/main" id="{D50686B1-CF41-60A6-5464-FC6D34276E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0371" y="1291965"/>
                      <a:ext cx="796169" cy="41023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GB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2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74" name="TextBox 73">
                      <a:extLst>
                        <a:ext uri="{FF2B5EF4-FFF2-40B4-BE49-F238E27FC236}">
                          <a16:creationId xmlns:a16="http://schemas.microsoft.com/office/drawing/2014/main" id="{0E4D6BC1-CBEC-2E33-CF30-388FB0579B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57768" y="1289265"/>
                      <a:ext cx="796169" cy="41023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3A954452-3E43-B81F-922E-7C70E5276ADB}"/>
                    </a:ext>
                  </a:extLst>
                </p:cNvPr>
                <p:cNvSpPr/>
                <p:nvPr/>
              </p:nvSpPr>
              <p:spPr>
                <a:xfrm>
                  <a:off x="3559805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7336021B-2DFF-5243-BB4F-3526CD32045B}"/>
                    </a:ext>
                  </a:extLst>
                </p:cNvPr>
                <p:cNvSpPr/>
                <p:nvPr/>
              </p:nvSpPr>
              <p:spPr>
                <a:xfrm>
                  <a:off x="4766081" y="2226356"/>
                  <a:ext cx="989214" cy="989214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7" name="TextBox 76">
                      <a:extLst>
                        <a:ext uri="{FF2B5EF4-FFF2-40B4-BE49-F238E27FC236}">
                          <a16:creationId xmlns:a16="http://schemas.microsoft.com/office/drawing/2014/main" id="{8E07C747-2BFB-F7AB-CB03-79999FEDC54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2744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4167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8" name="TextBox 77">
                      <a:extLst>
                        <a:ext uri="{FF2B5EF4-FFF2-40B4-BE49-F238E27FC236}">
                          <a16:creationId xmlns:a16="http://schemas.microsoft.com/office/drawing/2014/main" id="{374818B8-0199-23F8-4FCF-31BC80CE148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83562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79" name="TextBox 78">
                      <a:extLst>
                        <a:ext uri="{FF2B5EF4-FFF2-40B4-BE49-F238E27FC236}">
                          <a16:creationId xmlns:a16="http://schemas.microsoft.com/office/drawing/2014/main" id="{F6E2E939-D00E-C91B-ECE6-D3C8A73F33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75023" y="3215570"/>
                      <a:ext cx="1223220" cy="369332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dirty="0"/>
                        <a:t>Domain </a:t>
                      </a:r>
                      <a14:m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a14:m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>
                <p:sp>
                  <p:nvSpPr>
                    <p:cNvPr id="82" name="TextBox 81">
                      <a:extLst>
                        <a:ext uri="{FF2B5EF4-FFF2-40B4-BE49-F238E27FC236}">
                          <a16:creationId xmlns:a16="http://schemas.microsoft.com/office/drawing/2014/main" id="{6148755F-38BD-87CF-4A49-019A72469A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55841" y="3215570"/>
                      <a:ext cx="1212833" cy="369332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4124" t="-3226" b="-2258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B2B7168-95E9-F2CB-5349-588D4E357FB2}"/>
                    </a:ext>
                  </a:extLst>
                </p:cNvPr>
                <p:cNvSpPr txBox="1"/>
                <p:nvPr/>
              </p:nvSpPr>
              <p:spPr>
                <a:xfrm>
                  <a:off x="747532" y="2431472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D8BD1A0-C507-CE0F-78C9-3BBF57CD0199}"/>
                    </a:ext>
                  </a:extLst>
                </p:cNvPr>
                <p:cNvSpPr txBox="1"/>
                <p:nvPr/>
              </p:nvSpPr>
              <p:spPr>
                <a:xfrm>
                  <a:off x="874993" y="2600498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4BE70D7B-152C-A030-A2A8-24B684346DAE}"/>
                    </a:ext>
                  </a:extLst>
                </p:cNvPr>
                <p:cNvSpPr txBox="1"/>
                <p:nvPr/>
              </p:nvSpPr>
              <p:spPr>
                <a:xfrm>
                  <a:off x="2199480" y="2535923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89" name="Left Brace 88">
                  <a:extLst>
                    <a:ext uri="{FF2B5EF4-FFF2-40B4-BE49-F238E27FC236}">
                      <a16:creationId xmlns:a16="http://schemas.microsoft.com/office/drawing/2014/main" id="{0BCDABF1-C57A-599B-82BC-23FE1332930C}"/>
                    </a:ext>
                  </a:extLst>
                </p:cNvPr>
                <p:cNvSpPr/>
                <p:nvPr/>
              </p:nvSpPr>
              <p:spPr>
                <a:xfrm rot="19591067">
                  <a:off x="796525" y="2661295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Curved Down Arrow 105">
                  <a:extLst>
                    <a:ext uri="{FF2B5EF4-FFF2-40B4-BE49-F238E27FC236}">
                      <a16:creationId xmlns:a16="http://schemas.microsoft.com/office/drawing/2014/main" id="{1281FE8D-8DB8-89F4-F9A8-3D3776FFB158}"/>
                    </a:ext>
                  </a:extLst>
                </p:cNvPr>
                <p:cNvSpPr/>
                <p:nvPr/>
              </p:nvSpPr>
              <p:spPr>
                <a:xfrm rot="10603588">
                  <a:off x="961871" y="2845565"/>
                  <a:ext cx="1415053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7" name="Curved Down Arrow 106">
                  <a:extLst>
                    <a:ext uri="{FF2B5EF4-FFF2-40B4-BE49-F238E27FC236}">
                      <a16:creationId xmlns:a16="http://schemas.microsoft.com/office/drawing/2014/main" id="{6FD846DB-68B4-6241-D51D-966CC6A97CB1}"/>
                    </a:ext>
                  </a:extLst>
                </p:cNvPr>
                <p:cNvSpPr/>
                <p:nvPr/>
              </p:nvSpPr>
              <p:spPr>
                <a:xfrm rot="193229">
                  <a:off x="930083" y="2353640"/>
                  <a:ext cx="1504882" cy="217783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D92DAB7C-5103-8045-848F-7F78B628E73A}"/>
                    </a:ext>
                  </a:extLst>
                </p:cNvPr>
                <p:cNvSpPr txBox="1"/>
                <p:nvPr/>
              </p:nvSpPr>
              <p:spPr>
                <a:xfrm>
                  <a:off x="4054412" y="2641121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05B284EF-6B37-F482-E76C-EDD1CA06247F}"/>
                    </a:ext>
                  </a:extLst>
                </p:cNvPr>
                <p:cNvSpPr txBox="1"/>
                <p:nvPr/>
              </p:nvSpPr>
              <p:spPr>
                <a:xfrm>
                  <a:off x="585003" y="2766235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9CA9B569-DCBA-F0B3-1B60-7328991860D2}"/>
                    </a:ext>
                  </a:extLst>
                </p:cNvPr>
                <p:cNvSpPr txBox="1"/>
                <p:nvPr/>
              </p:nvSpPr>
              <p:spPr>
                <a:xfrm>
                  <a:off x="3963200" y="2456455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F3BED4BD-1847-ADC1-211D-E5CE56C92150}"/>
                    </a:ext>
                  </a:extLst>
                </p:cNvPr>
                <p:cNvSpPr txBox="1"/>
                <p:nvPr/>
              </p:nvSpPr>
              <p:spPr>
                <a:xfrm>
                  <a:off x="4839968" y="2399347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112" name="Curved Down Arrow 111">
                  <a:extLst>
                    <a:ext uri="{FF2B5EF4-FFF2-40B4-BE49-F238E27FC236}">
                      <a16:creationId xmlns:a16="http://schemas.microsoft.com/office/drawing/2014/main" id="{301F1FE9-44E3-E087-43D3-4CAA15A7EE96}"/>
                    </a:ext>
                  </a:extLst>
                </p:cNvPr>
                <p:cNvSpPr/>
                <p:nvPr/>
              </p:nvSpPr>
              <p:spPr>
                <a:xfrm rot="21399109">
                  <a:off x="4047815" y="2341094"/>
                  <a:ext cx="97996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5"/>
                </a:solidFill>
                <a:ln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Curved Down Arrow 112">
                  <a:extLst>
                    <a:ext uri="{FF2B5EF4-FFF2-40B4-BE49-F238E27FC236}">
                      <a16:creationId xmlns:a16="http://schemas.microsoft.com/office/drawing/2014/main" id="{B4704D57-13D2-C836-BB6F-C28572E45B31}"/>
                    </a:ext>
                  </a:extLst>
                </p:cNvPr>
                <p:cNvSpPr/>
                <p:nvPr/>
              </p:nvSpPr>
              <p:spPr>
                <a:xfrm rot="9799447">
                  <a:off x="4202554" y="2787888"/>
                  <a:ext cx="891286" cy="172160"/>
                </a:xfrm>
                <a:prstGeom prst="curvedDownArrow">
                  <a:avLst>
                    <a:gd name="adj1" fmla="val 7543"/>
                    <a:gd name="adj2" fmla="val 68984"/>
                    <a:gd name="adj3" fmla="val 37617"/>
                  </a:avLst>
                </a:prstGeom>
                <a:solidFill>
                  <a:schemeClr val="accent2"/>
                </a:solidFill>
                <a:ln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5" name="Left Brace 114">
                  <a:extLst>
                    <a:ext uri="{FF2B5EF4-FFF2-40B4-BE49-F238E27FC236}">
                      <a16:creationId xmlns:a16="http://schemas.microsoft.com/office/drawing/2014/main" id="{445EB6BF-194F-90CA-3A03-62C66D32493B}"/>
                    </a:ext>
                  </a:extLst>
                </p:cNvPr>
                <p:cNvSpPr/>
                <p:nvPr/>
              </p:nvSpPr>
              <p:spPr>
                <a:xfrm rot="20096596">
                  <a:off x="4007458" y="2665993"/>
                  <a:ext cx="91459" cy="241069"/>
                </a:xfrm>
                <a:prstGeom prst="leftBrac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1D25E1F1-765F-DA82-1858-ADB16DF5CA6A}"/>
                    </a:ext>
                  </a:extLst>
                </p:cNvPr>
                <p:cNvSpPr txBox="1"/>
                <p:nvPr/>
              </p:nvSpPr>
              <p:spPr>
                <a:xfrm>
                  <a:off x="3781976" y="2770933"/>
                  <a:ext cx="36901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i="1" dirty="0"/>
                    <a:t>CL</a:t>
                  </a: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18" name="TextBox 117">
                      <a:extLst>
                        <a:ext uri="{FF2B5EF4-FFF2-40B4-BE49-F238E27FC236}">
                          <a16:creationId xmlns:a16="http://schemas.microsoft.com/office/drawing/2014/main" id="{F715F835-5EFE-7E4C-1D38-DB239E1D39B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51396" y="795115"/>
                      <a:ext cx="796169" cy="41023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9" name="Straight Arrow Connector 118">
                  <a:extLst>
                    <a:ext uri="{FF2B5EF4-FFF2-40B4-BE49-F238E27FC236}">
                      <a16:creationId xmlns:a16="http://schemas.microsoft.com/office/drawing/2014/main" id="{0BD605CE-4D19-A6CD-6AB7-A409AA48C66E}"/>
                    </a:ext>
                  </a:extLst>
                </p:cNvPr>
                <p:cNvCxnSpPr>
                  <a:cxnSpLocks/>
                  <a:stCxn id="7" idx="0"/>
                  <a:endCxn id="118" idx="2"/>
                </p:cNvCxnSpPr>
                <p:nvPr/>
              </p:nvCxnSpPr>
              <p:spPr>
                <a:xfrm flipH="1" flipV="1">
                  <a:off x="1749481" y="12053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noFill/>
                    <a:ln w="12700">
                      <a:noFill/>
                    </a:ln>
                  </p:spPr>
                  <p:txBody>
                    <a:bodyPr wrap="square" lIns="36000" tIns="0" rIns="36000" bIns="0" rtlCol="0" anchor="ctr">
                      <a:no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accent5"/>
                        </a:solidFill>
                      </a:endParaRPr>
                    </a:p>
                  </p:txBody>
                </p:sp>
              </mc:Choice>
              <mc:Fallback>
                <p:sp>
                  <p:nvSpPr>
                    <p:cNvPr id="122" name="TextBox 121">
                      <a:extLst>
                        <a:ext uri="{FF2B5EF4-FFF2-40B4-BE49-F238E27FC236}">
                          <a16:creationId xmlns:a16="http://schemas.microsoft.com/office/drawing/2014/main" id="{22505A3E-CF89-2D3B-BA70-834D5FBCA2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34070" y="789715"/>
                      <a:ext cx="796169" cy="41023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  <a:ln w="1270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23" name="Straight Arrow Connector 122">
                  <a:extLst>
                    <a:ext uri="{FF2B5EF4-FFF2-40B4-BE49-F238E27FC236}">
                      <a16:creationId xmlns:a16="http://schemas.microsoft.com/office/drawing/2014/main" id="{C1D7D9CA-EC2A-CC74-340A-4CEC0BAD1F72}"/>
                    </a:ext>
                  </a:extLst>
                </p:cNvPr>
                <p:cNvCxnSpPr>
                  <a:cxnSpLocks/>
                  <a:endCxn id="122" idx="2"/>
                </p:cNvCxnSpPr>
                <p:nvPr/>
              </p:nvCxnSpPr>
              <p:spPr>
                <a:xfrm flipH="1" flipV="1">
                  <a:off x="4632155" y="1199949"/>
                  <a:ext cx="1" cy="294433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/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en-US" i="1" dirty="0"/>
                      <a:t>CL: </a:t>
                    </a:r>
                    <a:r>
                      <a:rPr lang="en-US" dirty="0"/>
                      <a:t>Cycle Consistency Loss (e.g. </a:t>
                    </a:r>
                    <a14:m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oMath>
                    </a14:m>
                    <a:r>
                      <a:rPr lang="en-US" dirty="0"/>
                      <a:t>)</a:t>
                    </a:r>
                    <a:endParaRPr lang="en-US" sz="1600" i="1" dirty="0"/>
                  </a:p>
                </p:txBody>
              </p:sp>
            </mc:Choice>
            <mc:Fallback>
              <p:sp>
                <p:nvSpPr>
                  <p:cNvPr id="124" name="TextBox 123">
                    <a:extLst>
                      <a:ext uri="{FF2B5EF4-FFF2-40B4-BE49-F238E27FC236}">
                        <a16:creationId xmlns:a16="http://schemas.microsoft.com/office/drawing/2014/main" id="{2510DCA7-22BE-3F9A-FDBB-8E9AE00CFE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2441" y="3665312"/>
                    <a:ext cx="4349012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85459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589D8A9-9237-11E4-C8BF-B986A6ADF854}"/>
              </a:ext>
            </a:extLst>
          </p:cNvPr>
          <p:cNvGrpSpPr/>
          <p:nvPr/>
        </p:nvGrpSpPr>
        <p:grpSpPr>
          <a:xfrm>
            <a:off x="836341" y="1500280"/>
            <a:ext cx="6311591" cy="2380346"/>
            <a:chOff x="836341" y="1500280"/>
            <a:chExt cx="6311591" cy="238034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96AD716-F6C8-2517-34DA-17C8D81C6135}"/>
                </a:ext>
              </a:extLst>
            </p:cNvPr>
            <p:cNvSpPr/>
            <p:nvPr/>
          </p:nvSpPr>
          <p:spPr>
            <a:xfrm>
              <a:off x="836341" y="1500280"/>
              <a:ext cx="6311591" cy="2380346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247C21-4CAF-BC51-533E-40D1A4499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88235"/>
            <a:stretch>
              <a:fillRect/>
            </a:stretch>
          </p:blipFill>
          <p:spPr>
            <a:xfrm>
              <a:off x="925552" y="2945258"/>
              <a:ext cx="914399" cy="80160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21721669-9F8D-3F54-F8FD-E5C36C4C2E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8068" r="50167"/>
            <a:stretch>
              <a:fillRect/>
            </a:stretch>
          </p:blipFill>
          <p:spPr>
            <a:xfrm>
              <a:off x="2943922" y="2945258"/>
              <a:ext cx="914399" cy="80160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9BA7185-FC68-BB34-4A87-CC29B0029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0837" r="37398"/>
            <a:stretch>
              <a:fillRect/>
            </a:stretch>
          </p:blipFill>
          <p:spPr>
            <a:xfrm>
              <a:off x="4122235" y="2945258"/>
              <a:ext cx="914399" cy="80160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1EACB0-E62A-97E0-FA9C-621A54673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8906" r="-671"/>
            <a:stretch>
              <a:fillRect/>
            </a:stretch>
          </p:blipFill>
          <p:spPr>
            <a:xfrm>
              <a:off x="6140604" y="2945259"/>
              <a:ext cx="914399" cy="801602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/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3C141DF5-748C-0AAC-9D8D-9764AB6900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819" y="2118732"/>
                  <a:ext cx="579863" cy="579863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/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564AA31F-1DA5-10DA-2BB0-278099F83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1189" y="2118732"/>
                  <a:ext cx="579863" cy="579863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/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71B4B107-81FF-2B25-FF15-E9A35CDC79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9502" y="2118731"/>
                  <a:ext cx="579863" cy="579863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/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solidFill>
                  <a:schemeClr val="bg2">
                    <a:lumMod val="9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0" rIns="0"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B1748856-3ACD-6934-4ABA-8DBC2F16B1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7871" y="2118731"/>
                  <a:ext cx="579863" cy="579863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9B7CDED-8CC8-823C-D115-0FA92B391D52}"/>
                </a:ext>
              </a:extLst>
            </p:cNvPr>
            <p:cNvCxnSpPr>
              <a:stCxn id="13" idx="6"/>
            </p:cNvCxnSpPr>
            <p:nvPr/>
          </p:nvCxnSpPr>
          <p:spPr>
            <a:xfrm flipV="1">
              <a:off x="1672682" y="2408661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071E59-3219-CA7C-B6D3-EDEFEFDDE65F}"/>
                </a:ext>
              </a:extLst>
            </p:cNvPr>
            <p:cNvCxnSpPr/>
            <p:nvPr/>
          </p:nvCxnSpPr>
          <p:spPr>
            <a:xfrm flipV="1">
              <a:off x="2687442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D6B95E2-450A-870E-46A5-A570AEF7B200}"/>
                </a:ext>
              </a:extLst>
            </p:cNvPr>
            <p:cNvSpPr txBox="1"/>
            <p:nvPr/>
          </p:nvSpPr>
          <p:spPr>
            <a:xfrm>
              <a:off x="2163824" y="2168237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E8173A3-7A57-30D1-3A9B-C944CD292C5C}"/>
                </a:ext>
              </a:extLst>
            </p:cNvPr>
            <p:cNvCxnSpPr>
              <a:cxnSpLocks/>
              <a:stCxn id="14" idx="6"/>
              <a:endCxn id="15" idx="2"/>
            </p:cNvCxnSpPr>
            <p:nvPr/>
          </p:nvCxnSpPr>
          <p:spPr>
            <a:xfrm flipV="1">
              <a:off x="3691052" y="2408663"/>
              <a:ext cx="598450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2768F4D-18C5-FDED-439A-64F2CE75D14C}"/>
                </a:ext>
              </a:extLst>
            </p:cNvPr>
            <p:cNvCxnSpPr/>
            <p:nvPr/>
          </p:nvCxnSpPr>
          <p:spPr>
            <a:xfrm flipV="1">
              <a:off x="4876798" y="2408658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2802FFD-1C75-770D-4407-804845C97A9F}"/>
                </a:ext>
              </a:extLst>
            </p:cNvPr>
            <p:cNvCxnSpPr/>
            <p:nvPr/>
          </p:nvCxnSpPr>
          <p:spPr>
            <a:xfrm flipV="1">
              <a:off x="5891558" y="2408655"/>
              <a:ext cx="423747" cy="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B955FA2-79AB-A460-9F2E-F4FDBB0052F3}"/>
                </a:ext>
              </a:extLst>
            </p:cNvPr>
            <p:cNvSpPr txBox="1"/>
            <p:nvPr/>
          </p:nvSpPr>
          <p:spPr>
            <a:xfrm>
              <a:off x="5367940" y="2168234"/>
              <a:ext cx="4748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. . .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/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CB883FB-1FF3-3889-F966-B55E4F661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8823" y="2561204"/>
                  <a:ext cx="1022909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Curved Connector 30">
              <a:extLst>
                <a:ext uri="{FF2B5EF4-FFF2-40B4-BE49-F238E27FC236}">
                  <a16:creationId xmlns:a16="http://schemas.microsoft.com/office/drawing/2014/main" id="{45FAE478-B118-E136-A075-B09BE6C48690}"/>
                </a:ext>
              </a:extLst>
            </p:cNvPr>
            <p:cNvCxnSpPr>
              <a:stCxn id="15" idx="1"/>
              <a:endCxn id="14" idx="7"/>
            </p:cNvCxnSpPr>
            <p:nvPr/>
          </p:nvCxnSpPr>
          <p:spPr>
            <a:xfrm rot="16200000" flipH="1" flipV="1">
              <a:off x="3990276" y="1819506"/>
              <a:ext cx="1" cy="768288"/>
            </a:xfrm>
            <a:prstGeom prst="curvedConnector3">
              <a:avLst>
                <a:gd name="adj1" fmla="val -31351900000"/>
              </a:avLst>
            </a:prstGeom>
            <a:ln w="28575"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/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A1680C66-BB0B-2A9E-F94F-848A91AF4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477" y="1533734"/>
                  <a:ext cx="1109599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96071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8940A-4835-8DAD-4738-7783228F6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E3858B85-0C97-8F8A-EE47-D17F38F65C82}"/>
              </a:ext>
            </a:extLst>
          </p:cNvPr>
          <p:cNvGrpSpPr/>
          <p:nvPr/>
        </p:nvGrpSpPr>
        <p:grpSpPr>
          <a:xfrm>
            <a:off x="267628" y="1115560"/>
            <a:ext cx="8530683" cy="2765063"/>
            <a:chOff x="267628" y="1115560"/>
            <a:chExt cx="8530683" cy="2765063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245A261-1982-9D83-7549-7C71CD3C4796}"/>
                </a:ext>
              </a:extLst>
            </p:cNvPr>
            <p:cNvSpPr/>
            <p:nvPr/>
          </p:nvSpPr>
          <p:spPr>
            <a:xfrm>
              <a:off x="267628" y="1115560"/>
              <a:ext cx="8530683" cy="276506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C37C8D6-D993-66FC-D3BE-BC918A186DF9}"/>
                </a:ext>
              </a:extLst>
            </p:cNvPr>
            <p:cNvGrpSpPr/>
            <p:nvPr/>
          </p:nvGrpSpPr>
          <p:grpSpPr>
            <a:xfrm>
              <a:off x="379142" y="1221061"/>
              <a:ext cx="8315095" cy="2564778"/>
              <a:chOff x="379142" y="1221061"/>
              <a:chExt cx="8315095" cy="2564778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" name="Rectangle 1">
                    <a:extLst>
                      <a:ext uri="{FF2B5EF4-FFF2-40B4-BE49-F238E27FC236}">
                        <a16:creationId xmlns:a16="http://schemas.microsoft.com/office/drawing/2014/main" id="{76E7E1C6-193B-8A60-BFBC-0F7EB45889A3}"/>
                      </a:ext>
                    </a:extLst>
                  </p:cNvPr>
                  <p:cNvSpPr/>
                  <p:nvPr/>
                </p:nvSpPr>
                <p:spPr>
                  <a:xfrm>
                    <a:off x="379142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2" name="Rectangle 1">
                    <a:extLst>
                      <a:ext uri="{FF2B5EF4-FFF2-40B4-BE49-F238E27FC236}">
                        <a16:creationId xmlns:a16="http://schemas.microsoft.com/office/drawing/2014/main" id="{76E7E1C6-193B-8A60-BFBC-0F7EB45889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9142" y="2219094"/>
                    <a:ext cx="970156" cy="56871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456AB59F-53F7-52DA-CF3B-F0F457F05251}"/>
                      </a:ext>
                    </a:extLst>
                  </p:cNvPr>
                  <p:cNvSpPr/>
                  <p:nvPr/>
                </p:nvSpPr>
                <p:spPr>
                  <a:xfrm>
                    <a:off x="1925445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456AB59F-53F7-52DA-CF3B-F0F457F052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25445" y="2219094"/>
                    <a:ext cx="970156" cy="56871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6D59E558-AA9F-435F-0A5D-FD8BB97DF238}"/>
                      </a:ext>
                    </a:extLst>
                  </p:cNvPr>
                  <p:cNvSpPr/>
                  <p:nvPr/>
                </p:nvSpPr>
                <p:spPr>
                  <a:xfrm>
                    <a:off x="574288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" name="Oval 3">
                    <a:extLst>
                      <a:ext uri="{FF2B5EF4-FFF2-40B4-BE49-F238E27FC236}">
                        <a16:creationId xmlns:a16="http://schemas.microsoft.com/office/drawing/2014/main" id="{6D59E558-AA9F-435F-0A5D-FD8BB97DF23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4288" y="3205976"/>
                    <a:ext cx="579863" cy="579863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7733E664-E04B-9157-2576-35A3137D029C}"/>
                  </a:ext>
                </a:extLst>
              </p:cNvPr>
              <p:cNvCxnSpPr>
                <a:stCxn id="4" idx="0"/>
                <a:endCxn id="2" idx="2"/>
              </p:cNvCxnSpPr>
              <p:nvPr/>
            </p:nvCxnSpPr>
            <p:spPr>
              <a:xfrm flipV="1">
                <a:off x="864220" y="2787806"/>
                <a:ext cx="0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BB77F0DD-C18B-9423-B280-38BC57FA13A2}"/>
                      </a:ext>
                    </a:extLst>
                  </p:cNvPr>
                  <p:cNvSpPr/>
                  <p:nvPr/>
                </p:nvSpPr>
                <p:spPr>
                  <a:xfrm>
                    <a:off x="2120592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7" name="Oval 6">
                    <a:extLst>
                      <a:ext uri="{FF2B5EF4-FFF2-40B4-BE49-F238E27FC236}">
                        <a16:creationId xmlns:a16="http://schemas.microsoft.com/office/drawing/2014/main" id="{BB77F0DD-C18B-9423-B280-38BC57FA13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0592" y="3205976"/>
                    <a:ext cx="579863" cy="579863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8A10AC5E-3D0F-411E-8D2F-06781BD8819E}"/>
                  </a:ext>
                </a:extLst>
              </p:cNvPr>
              <p:cNvCxnSpPr>
                <a:cxnSpLocks/>
                <a:stCxn id="7" idx="0"/>
                <a:endCxn id="3" idx="2"/>
              </p:cNvCxnSpPr>
              <p:nvPr/>
            </p:nvCxnSpPr>
            <p:spPr>
              <a:xfrm flipH="1" flipV="1">
                <a:off x="2410523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D61E05E-089C-4087-7DC6-894CBBA6AB61}"/>
                  </a:ext>
                </a:extLst>
              </p:cNvPr>
              <p:cNvCxnSpPr>
                <a:cxnSpLocks/>
                <a:stCxn id="2" idx="3"/>
                <a:endCxn id="3" idx="1"/>
              </p:cNvCxnSpPr>
              <p:nvPr/>
            </p:nvCxnSpPr>
            <p:spPr>
              <a:xfrm>
                <a:off x="1349298" y="2503450"/>
                <a:ext cx="576147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1B93AB3-34E4-A8C4-9179-8B31A4A18E8E}"/>
                      </a:ext>
                    </a:extLst>
                  </p:cNvPr>
                  <p:cNvSpPr txBox="1"/>
                  <p:nvPr/>
                </p:nvSpPr>
                <p:spPr>
                  <a:xfrm>
                    <a:off x="1434806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61B93AB3-34E4-A8C4-9179-8B31A4A18E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4806" y="2134118"/>
                    <a:ext cx="397714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EF17E85C-252C-F72A-C6C5-D0C49FA9CB2E}"/>
                      </a:ext>
                    </a:extLst>
                  </p:cNvPr>
                  <p:cNvSpPr/>
                  <p:nvPr/>
                </p:nvSpPr>
                <p:spPr>
                  <a:xfrm>
                    <a:off x="3471749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EF17E85C-252C-F72A-C6C5-D0C49FA9CB2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1749" y="2219094"/>
                    <a:ext cx="970156" cy="56871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C751A07B-AC84-C07F-0751-2934D1547AEB}"/>
                      </a:ext>
                    </a:extLst>
                  </p:cNvPr>
                  <p:cNvSpPr/>
                  <p:nvPr/>
                </p:nvSpPr>
                <p:spPr>
                  <a:xfrm>
                    <a:off x="3666896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6" name="Oval 35">
                    <a:extLst>
                      <a:ext uri="{FF2B5EF4-FFF2-40B4-BE49-F238E27FC236}">
                        <a16:creationId xmlns:a16="http://schemas.microsoft.com/office/drawing/2014/main" id="{C751A07B-AC84-C07F-0751-2934D1547A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896" y="3205976"/>
                    <a:ext cx="579863" cy="579863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4A1384AF-8DA7-939C-CFD6-468B2FAB6846}"/>
                  </a:ext>
                </a:extLst>
              </p:cNvPr>
              <p:cNvCxnSpPr>
                <a:cxnSpLocks/>
                <a:stCxn id="36" idx="0"/>
                <a:endCxn id="35" idx="2"/>
              </p:cNvCxnSpPr>
              <p:nvPr/>
            </p:nvCxnSpPr>
            <p:spPr>
              <a:xfrm flipH="1" flipV="1">
                <a:off x="3956827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EB6BEC54-0370-5DD5-DA4A-E22F11F799D0}"/>
                      </a:ext>
                    </a:extLst>
                  </p:cNvPr>
                  <p:cNvSpPr txBox="1"/>
                  <p:nvPr/>
                </p:nvSpPr>
                <p:spPr>
                  <a:xfrm>
                    <a:off x="2984818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EB6BEC54-0370-5DD5-DA4A-E22F11F79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4818" y="2134118"/>
                    <a:ext cx="397714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1389B0A7-3B4B-7CD2-015D-5072E52B23C1}"/>
                  </a:ext>
                </a:extLst>
              </p:cNvPr>
              <p:cNvCxnSpPr>
                <a:cxnSpLocks/>
                <a:stCxn id="3" idx="3"/>
                <a:endCxn id="35" idx="1"/>
              </p:cNvCxnSpPr>
              <p:nvPr/>
            </p:nvCxnSpPr>
            <p:spPr>
              <a:xfrm>
                <a:off x="2895601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A4A764D6-56FE-1CAD-D971-35F86D2B34FB}"/>
                      </a:ext>
                    </a:extLst>
                  </p:cNvPr>
                  <p:cNvSpPr txBox="1"/>
                  <p:nvPr/>
                </p:nvSpPr>
                <p:spPr>
                  <a:xfrm>
                    <a:off x="4531122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A4A764D6-56FE-1CAD-D971-35F86D2B3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31122" y="2134118"/>
                    <a:ext cx="397714" cy="30777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799D939-8812-B37C-7A04-2AD109898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41905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3301579-ECF0-76F9-4864-71F3C44AC892}"/>
                      </a:ext>
                    </a:extLst>
                  </p:cNvPr>
                  <p:cNvSpPr/>
                  <p:nvPr/>
                </p:nvSpPr>
                <p:spPr>
                  <a:xfrm>
                    <a:off x="6177778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3301579-ECF0-76F9-4864-71F3C44AC89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7778" y="2219094"/>
                    <a:ext cx="970156" cy="56871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797" r="-632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AB9E5100-AE97-52CA-8C82-9C58CEB4C975}"/>
                      </a:ext>
                    </a:extLst>
                  </p:cNvPr>
                  <p:cNvSpPr/>
                  <p:nvPr/>
                </p:nvSpPr>
                <p:spPr>
                  <a:xfrm>
                    <a:off x="6372925" y="3205976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AB9E5100-AE97-52CA-8C82-9C58CEB4C97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72925" y="3205976"/>
                    <a:ext cx="579863" cy="579863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34CBEA6D-20B1-5731-4819-4DE40A307497}"/>
                  </a:ext>
                </a:extLst>
              </p:cNvPr>
              <p:cNvCxnSpPr>
                <a:cxnSpLocks/>
                <a:stCxn id="45" idx="0"/>
                <a:endCxn id="44" idx="2"/>
              </p:cNvCxnSpPr>
              <p:nvPr/>
            </p:nvCxnSpPr>
            <p:spPr>
              <a:xfrm flipH="1" flipV="1">
                <a:off x="6662856" y="2787806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FFFB5C8-DA9F-F727-FE48-D0EDB8FF11F2}"/>
                      </a:ext>
                    </a:extLst>
                  </p:cNvPr>
                  <p:cNvSpPr txBox="1"/>
                  <p:nvPr/>
                </p:nvSpPr>
                <p:spPr>
                  <a:xfrm>
                    <a:off x="5690847" y="2134118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CFFFB5C8-DA9F-F727-FE48-D0EDB8FF1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90847" y="2134118"/>
                    <a:ext cx="397714" cy="30777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7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496FD2BB-5249-FE01-FC5E-7AF3794ABB2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5601630" y="2503450"/>
                <a:ext cx="576148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9732287-D5E6-5AFC-8BC5-4ADBE0CD46BD}"/>
                      </a:ext>
                    </a:extLst>
                  </p:cNvPr>
                  <p:cNvSpPr/>
                  <p:nvPr/>
                </p:nvSpPr>
                <p:spPr>
                  <a:xfrm>
                    <a:off x="7724081" y="2219094"/>
                    <a:ext cx="970156" cy="56871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Ins="3600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GB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9732287-D5E6-5AFC-8BC5-4ADBE0CD46B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24081" y="2219094"/>
                    <a:ext cx="970156" cy="56871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14FBF54B-ED07-3EDC-1A54-19BAF9024800}"/>
                      </a:ext>
                    </a:extLst>
                  </p:cNvPr>
                  <p:cNvSpPr txBox="1"/>
                  <p:nvPr/>
                </p:nvSpPr>
                <p:spPr>
                  <a:xfrm>
                    <a:off x="7237150" y="2134117"/>
                    <a:ext cx="39771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14FBF54B-ED07-3EDC-1A54-19BAF90248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7150" y="2134117"/>
                    <a:ext cx="397714" cy="30777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6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7E1DEC28-0885-EDF1-F925-A390A53C2AB0}"/>
                  </a:ext>
                </a:extLst>
              </p:cNvPr>
              <p:cNvCxnSpPr>
                <a:cxnSpLocks/>
                <a:stCxn id="44" idx="3"/>
                <a:endCxn id="49" idx="1"/>
              </p:cNvCxnSpPr>
              <p:nvPr/>
            </p:nvCxnSpPr>
            <p:spPr>
              <a:xfrm>
                <a:off x="7147934" y="2503450"/>
                <a:ext cx="576147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15817F52-B0B8-9CD6-21CB-BFF75244A5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209158" y="1800924"/>
                <a:ext cx="1" cy="4181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9CBD3CDA-9654-E6A0-13FE-1026CB75628B}"/>
                      </a:ext>
                    </a:extLst>
                  </p:cNvPr>
                  <p:cNvSpPr/>
                  <p:nvPr/>
                </p:nvSpPr>
                <p:spPr>
                  <a:xfrm>
                    <a:off x="7919226" y="1221061"/>
                    <a:ext cx="579863" cy="579863"/>
                  </a:xfrm>
                  <a:prstGeom prst="ellipse">
                    <a:avLst/>
                  </a:prstGeom>
                  <a:solidFill>
                    <a:schemeClr val="bg2">
                      <a:lumMod val="90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tIns="0" rIns="0"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GB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56" name="Oval 55">
                    <a:extLst>
                      <a:ext uri="{FF2B5EF4-FFF2-40B4-BE49-F238E27FC236}">
                        <a16:creationId xmlns:a16="http://schemas.microsoft.com/office/drawing/2014/main" id="{9CBD3CDA-9654-E6A0-13FE-1026CB7562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19226" y="1221061"/>
                    <a:ext cx="579863" cy="579863"/>
                  </a:xfrm>
                  <a:prstGeom prst="ellipse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CCBF7D2-3EF2-D79A-4339-6AF521DA6846}"/>
                  </a:ext>
                </a:extLst>
              </p:cNvPr>
              <p:cNvSpPr txBox="1"/>
              <p:nvPr/>
            </p:nvSpPr>
            <p:spPr>
              <a:xfrm>
                <a:off x="5055718" y="2243401"/>
                <a:ext cx="474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. . 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40838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8EC5C-F64D-B1CE-C29F-2212C3F9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8" name="Group 507">
            <a:extLst>
              <a:ext uri="{FF2B5EF4-FFF2-40B4-BE49-F238E27FC236}">
                <a16:creationId xmlns:a16="http://schemas.microsoft.com/office/drawing/2014/main" id="{5CD8B410-0F06-1655-4182-CA0C11004BF8}"/>
              </a:ext>
            </a:extLst>
          </p:cNvPr>
          <p:cNvGrpSpPr/>
          <p:nvPr/>
        </p:nvGrpSpPr>
        <p:grpSpPr>
          <a:xfrm>
            <a:off x="351692" y="211014"/>
            <a:ext cx="11731416" cy="6312877"/>
            <a:chOff x="351692" y="211014"/>
            <a:chExt cx="11731416" cy="6312877"/>
          </a:xfrm>
        </p:grpSpPr>
        <p:sp>
          <p:nvSpPr>
            <p:cNvPr id="507" name="Rectangle 506">
              <a:extLst>
                <a:ext uri="{FF2B5EF4-FFF2-40B4-BE49-F238E27FC236}">
                  <a16:creationId xmlns:a16="http://schemas.microsoft.com/office/drawing/2014/main" id="{B327465F-8D49-DB0E-76F7-48A512E3E3E1}"/>
                </a:ext>
              </a:extLst>
            </p:cNvPr>
            <p:cNvSpPr/>
            <p:nvPr/>
          </p:nvSpPr>
          <p:spPr>
            <a:xfrm>
              <a:off x="351692" y="211014"/>
              <a:ext cx="11711354" cy="631287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33424FBD-C410-6631-EE98-2BC7246BB88A}"/>
                </a:ext>
              </a:extLst>
            </p:cNvPr>
            <p:cNvGrpSpPr/>
            <p:nvPr/>
          </p:nvGrpSpPr>
          <p:grpSpPr>
            <a:xfrm>
              <a:off x="398603" y="271696"/>
              <a:ext cx="11684505" cy="6221665"/>
              <a:chOff x="398603" y="271696"/>
              <a:chExt cx="11684505" cy="6221665"/>
            </a:xfrm>
          </p:grpSpPr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60C735CF-B593-52E6-D548-DFDB3AFB110E}"/>
                  </a:ext>
                </a:extLst>
              </p:cNvPr>
              <p:cNvGrpSpPr/>
              <p:nvPr/>
            </p:nvGrpSpPr>
            <p:grpSpPr>
              <a:xfrm>
                <a:off x="3471282" y="2548659"/>
                <a:ext cx="2624718" cy="2590225"/>
                <a:chOff x="2575932" y="1996069"/>
                <a:chExt cx="1625603" cy="1604240"/>
              </a:xfrm>
            </p:grpSpPr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2700AF60-EFD0-27B9-E862-866C64A46EF6}"/>
                    </a:ext>
                  </a:extLst>
                </p:cNvPr>
                <p:cNvSpPr/>
                <p:nvPr/>
              </p:nvSpPr>
              <p:spPr>
                <a:xfrm>
                  <a:off x="2575932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29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11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89E93020-1E10-B867-60DA-F47CEB7ED35F}"/>
                    </a:ext>
                  </a:extLst>
                </p:cNvPr>
                <p:cNvSpPr/>
                <p:nvPr/>
              </p:nvSpPr>
              <p:spPr>
                <a:xfrm>
                  <a:off x="2843561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11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198EF5D-E6D8-AED3-4AB5-74EE9FFFBE51}"/>
                    </a:ext>
                  </a:extLst>
                </p:cNvPr>
                <p:cNvSpPr/>
                <p:nvPr/>
              </p:nvSpPr>
              <p:spPr>
                <a:xfrm>
                  <a:off x="3111190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1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13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98F8ED4-364E-669D-DCB9-FF9DA3EE49A1}"/>
                    </a:ext>
                  </a:extLst>
                </p:cNvPr>
                <p:cNvSpPr/>
                <p:nvPr/>
              </p:nvSpPr>
              <p:spPr>
                <a:xfrm>
                  <a:off x="3382336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6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14</a:t>
                  </a:r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4CFACE07-7827-7841-10D9-B7A89CA46A02}"/>
                    </a:ext>
                  </a:extLst>
                </p:cNvPr>
                <p:cNvSpPr/>
                <p:nvPr/>
              </p:nvSpPr>
              <p:spPr>
                <a:xfrm>
                  <a:off x="3658121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2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15</a:t>
                  </a:r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A35D179C-6AC0-7A6A-609D-2EC298015C5B}"/>
                    </a:ext>
                  </a:extLst>
                </p:cNvPr>
                <p:cNvSpPr/>
                <p:nvPr/>
              </p:nvSpPr>
              <p:spPr>
                <a:xfrm>
                  <a:off x="3933906" y="1996069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16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F8FD551-B350-EB8E-F3D4-B154E6D7FBA5}"/>
                    </a:ext>
                  </a:extLst>
                </p:cNvPr>
                <p:cNvSpPr/>
                <p:nvPr/>
              </p:nvSpPr>
              <p:spPr>
                <a:xfrm>
                  <a:off x="2575932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61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21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1B622846-16A8-B8C8-E217-CC5526F9D4CA}"/>
                    </a:ext>
                  </a:extLst>
                </p:cNvPr>
                <p:cNvSpPr/>
                <p:nvPr/>
              </p:nvSpPr>
              <p:spPr>
                <a:xfrm>
                  <a:off x="2843561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22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FF1A072F-DA31-8490-21EE-8678C97C517D}"/>
                    </a:ext>
                  </a:extLst>
                </p:cNvPr>
                <p:cNvSpPr/>
                <p:nvPr/>
              </p:nvSpPr>
              <p:spPr>
                <a:xfrm>
                  <a:off x="3111190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5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23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F41B238-74DC-41D3-953C-B1F8A7D3136B}"/>
                    </a:ext>
                  </a:extLst>
                </p:cNvPr>
                <p:cNvSpPr/>
                <p:nvPr/>
              </p:nvSpPr>
              <p:spPr>
                <a:xfrm>
                  <a:off x="3382336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7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24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711D1E9-D0AA-94E0-F920-69F5EC3B43F2}"/>
                    </a:ext>
                  </a:extLst>
                </p:cNvPr>
                <p:cNvSpPr/>
                <p:nvPr/>
              </p:nvSpPr>
              <p:spPr>
                <a:xfrm>
                  <a:off x="3658121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46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25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6FA1A81F-5FBD-DD0A-2BF8-A901958D1870}"/>
                    </a:ext>
                  </a:extLst>
                </p:cNvPr>
                <p:cNvSpPr/>
                <p:nvPr/>
              </p:nvSpPr>
              <p:spPr>
                <a:xfrm>
                  <a:off x="3933906" y="2263698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53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26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496C15B1-3CE2-5DC7-BD7A-60012CE3ADD6}"/>
                    </a:ext>
                  </a:extLst>
                </p:cNvPr>
                <p:cNvSpPr/>
                <p:nvPr/>
              </p:nvSpPr>
              <p:spPr>
                <a:xfrm>
                  <a:off x="2575932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1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31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7C848A60-97B1-9871-0D49-30AB58D72941}"/>
                    </a:ext>
                  </a:extLst>
                </p:cNvPr>
                <p:cNvSpPr/>
                <p:nvPr/>
              </p:nvSpPr>
              <p:spPr>
                <a:xfrm>
                  <a:off x="2843561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79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32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C6421F7-3E25-B38D-FCE1-CDB8FF35B236}"/>
                    </a:ext>
                  </a:extLst>
                </p:cNvPr>
                <p:cNvSpPr/>
                <p:nvPr/>
              </p:nvSpPr>
              <p:spPr>
                <a:xfrm>
                  <a:off x="3111190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33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DC18C605-C1C2-B5C4-CE9B-5A45DBEB3A1D}"/>
                    </a:ext>
                  </a:extLst>
                </p:cNvPr>
                <p:cNvSpPr/>
                <p:nvPr/>
              </p:nvSpPr>
              <p:spPr>
                <a:xfrm>
                  <a:off x="3382336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5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34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A3E1C5CC-FB09-F0D0-D5F2-66A6C72D7847}"/>
                    </a:ext>
                  </a:extLst>
                </p:cNvPr>
                <p:cNvSpPr/>
                <p:nvPr/>
              </p:nvSpPr>
              <p:spPr>
                <a:xfrm>
                  <a:off x="3658121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5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35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FDF48BC1-2A82-A309-D227-964485223582}"/>
                    </a:ext>
                  </a:extLst>
                </p:cNvPr>
                <p:cNvSpPr/>
                <p:nvPr/>
              </p:nvSpPr>
              <p:spPr>
                <a:xfrm>
                  <a:off x="3933906" y="2531327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47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36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FC7CBAB0-76F6-2F9E-A4D9-587DCD7378BA}"/>
                    </a:ext>
                  </a:extLst>
                </p:cNvPr>
                <p:cNvSpPr/>
                <p:nvPr/>
              </p:nvSpPr>
              <p:spPr>
                <a:xfrm>
                  <a:off x="2575932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49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41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66D8CA6-6ABC-6F6F-4232-61298A0DD0FF}"/>
                    </a:ext>
                  </a:extLst>
                </p:cNvPr>
                <p:cNvSpPr/>
                <p:nvPr/>
              </p:nvSpPr>
              <p:spPr>
                <a:xfrm>
                  <a:off x="2843561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47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42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2F3EF4A0-C2AE-323E-B0FF-600671108C78}"/>
                    </a:ext>
                  </a:extLst>
                </p:cNvPr>
                <p:cNvSpPr/>
                <p:nvPr/>
              </p:nvSpPr>
              <p:spPr>
                <a:xfrm>
                  <a:off x="3111190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2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43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989AB76F-B4A7-2CCD-DB18-CA68E033284F}"/>
                    </a:ext>
                  </a:extLst>
                </p:cNvPr>
                <p:cNvSpPr/>
                <p:nvPr/>
              </p:nvSpPr>
              <p:spPr>
                <a:xfrm>
                  <a:off x="3382336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76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44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C3A5CE53-1A6F-5707-BF76-4655B1883CBC}"/>
                    </a:ext>
                  </a:extLst>
                </p:cNvPr>
                <p:cNvSpPr/>
                <p:nvPr/>
              </p:nvSpPr>
              <p:spPr>
                <a:xfrm>
                  <a:off x="3658121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45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7BC60850-16A3-9426-3AED-8951E1CF0CF2}"/>
                    </a:ext>
                  </a:extLst>
                </p:cNvPr>
                <p:cNvSpPr/>
                <p:nvPr/>
              </p:nvSpPr>
              <p:spPr>
                <a:xfrm>
                  <a:off x="3933906" y="2797422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26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46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4AB7D107-2CF9-76D9-9F46-4B601C5AA91E}"/>
                    </a:ext>
                  </a:extLst>
                </p:cNvPr>
                <p:cNvSpPr/>
                <p:nvPr/>
              </p:nvSpPr>
              <p:spPr>
                <a:xfrm>
                  <a:off x="2575932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22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51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E0F86017-63CD-8EA8-E690-FC6CCCA71769}"/>
                    </a:ext>
                  </a:extLst>
                </p:cNvPr>
                <p:cNvSpPr/>
                <p:nvPr/>
              </p:nvSpPr>
              <p:spPr>
                <a:xfrm>
                  <a:off x="2843561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91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52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1B2F74D3-7A1F-D4C0-470A-5B83AB79D6C0}"/>
                    </a:ext>
                  </a:extLst>
                </p:cNvPr>
                <p:cNvSpPr/>
                <p:nvPr/>
              </p:nvSpPr>
              <p:spPr>
                <a:xfrm>
                  <a:off x="3111190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2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53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7487301D-C8F9-CB78-F570-8A86D1DE84D5}"/>
                    </a:ext>
                  </a:extLst>
                </p:cNvPr>
                <p:cNvSpPr/>
                <p:nvPr/>
              </p:nvSpPr>
              <p:spPr>
                <a:xfrm>
                  <a:off x="3382336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8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54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A502635C-3E9C-7C09-E2D3-F66F58721E22}"/>
                    </a:ext>
                  </a:extLst>
                </p:cNvPr>
                <p:cNvSpPr/>
                <p:nvPr/>
              </p:nvSpPr>
              <p:spPr>
                <a:xfrm>
                  <a:off x="3658121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4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55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7" name="Rectangle 66">
                  <a:extLst>
                    <a:ext uri="{FF2B5EF4-FFF2-40B4-BE49-F238E27FC236}">
                      <a16:creationId xmlns:a16="http://schemas.microsoft.com/office/drawing/2014/main" id="{6455B497-327F-AA65-92FE-839F543A02DF}"/>
                    </a:ext>
                  </a:extLst>
                </p:cNvPr>
                <p:cNvSpPr/>
                <p:nvPr/>
              </p:nvSpPr>
              <p:spPr>
                <a:xfrm>
                  <a:off x="3933906" y="3065051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56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9ADBC07-6B40-52EF-3081-1A61E3ADC711}"/>
                    </a:ext>
                  </a:extLst>
                </p:cNvPr>
                <p:cNvSpPr/>
                <p:nvPr/>
              </p:nvSpPr>
              <p:spPr>
                <a:xfrm>
                  <a:off x="2575932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7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61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596712B-962C-7B43-E37A-F91E2F5D9F1C}"/>
                    </a:ext>
                  </a:extLst>
                </p:cNvPr>
                <p:cNvSpPr/>
                <p:nvPr/>
              </p:nvSpPr>
              <p:spPr>
                <a:xfrm>
                  <a:off x="2843561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2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62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9E6F41DC-AF68-7D1E-D903-EBF95A8D5B29}"/>
                    </a:ext>
                  </a:extLst>
                </p:cNvPr>
                <p:cNvSpPr/>
                <p:nvPr/>
              </p:nvSpPr>
              <p:spPr>
                <a:xfrm>
                  <a:off x="3111190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7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63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7BBA963-7131-589C-EFAC-53D1F5A27767}"/>
                    </a:ext>
                  </a:extLst>
                </p:cNvPr>
                <p:cNvSpPr/>
                <p:nvPr/>
              </p:nvSpPr>
              <p:spPr>
                <a:xfrm>
                  <a:off x="3382336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39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64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1382A7A0-F300-99D0-3149-D240ABAA2027}"/>
                    </a:ext>
                  </a:extLst>
                </p:cNvPr>
                <p:cNvSpPr/>
                <p:nvPr/>
              </p:nvSpPr>
              <p:spPr>
                <a:xfrm>
                  <a:off x="3658121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87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bg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bg1"/>
                      </a:solidFill>
                    </a:rPr>
                    <a:t>65</a:t>
                  </a:r>
                  <a:endParaRPr lang="en-US" sz="16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C6FFD73C-D27D-3DB4-707C-2764922CFC73}"/>
                    </a:ext>
                  </a:extLst>
                </p:cNvPr>
                <p:cNvSpPr/>
                <p:nvPr/>
              </p:nvSpPr>
              <p:spPr>
                <a:xfrm>
                  <a:off x="3933906" y="3332680"/>
                  <a:ext cx="267629" cy="267629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72000" rIns="72000" rtlCol="0" anchor="ctr"/>
                <a:lstStyle/>
                <a:p>
                  <a:pPr algn="ctr"/>
                  <a:r>
                    <a:rPr lang="en-US" sz="1600" dirty="0">
                      <a:solidFill>
                        <a:schemeClr val="tx1"/>
                      </a:solidFill>
                    </a:rPr>
                    <a:t>a</a:t>
                  </a:r>
                  <a:r>
                    <a:rPr lang="en-US" sz="1600" baseline="-25000" dirty="0">
                      <a:solidFill>
                        <a:schemeClr val="tx1"/>
                      </a:solidFill>
                    </a:rPr>
                    <a:t>66</a:t>
                  </a:r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F74633F-D33D-ECEB-AE34-E9444DF97897}"/>
                  </a:ext>
                </a:extLst>
              </p:cNvPr>
              <p:cNvSpPr txBox="1"/>
              <p:nvPr/>
            </p:nvSpPr>
            <p:spPr>
              <a:xfrm>
                <a:off x="603147" y="3890673"/>
                <a:ext cx="490711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like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AAC01C3-DC61-6C08-A9AC-AF6834CB32ED}"/>
                  </a:ext>
                </a:extLst>
              </p:cNvPr>
              <p:cNvSpPr txBox="1"/>
              <p:nvPr/>
            </p:nvSpPr>
            <p:spPr>
              <a:xfrm>
                <a:off x="796982" y="4323005"/>
                <a:ext cx="296876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1BEEB37-2645-C282-3EEF-9DC363DE0786}"/>
                  </a:ext>
                </a:extLst>
              </p:cNvPr>
              <p:cNvSpPr txBox="1"/>
              <p:nvPr/>
            </p:nvSpPr>
            <p:spPr>
              <a:xfrm>
                <a:off x="607828" y="4755338"/>
                <a:ext cx="486030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will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CF13E513-40AF-5D8E-CD28-FF63FC35BC05}"/>
                  </a:ext>
                </a:extLst>
              </p:cNvPr>
              <p:cNvSpPr txBox="1"/>
              <p:nvPr/>
            </p:nvSpPr>
            <p:spPr>
              <a:xfrm>
                <a:off x="398603" y="2595440"/>
                <a:ext cx="695255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Today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654B5AE-43B3-E79A-9FD6-AE34FD9A7A74}"/>
                  </a:ext>
                </a:extLst>
              </p:cNvPr>
              <p:cNvSpPr txBox="1"/>
              <p:nvPr/>
            </p:nvSpPr>
            <p:spPr>
              <a:xfrm>
                <a:off x="796982" y="3026009"/>
                <a:ext cx="296876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EACC10D-5A9F-F065-FED1-227D1B163C78}"/>
                  </a:ext>
                </a:extLst>
              </p:cNvPr>
              <p:cNvSpPr txBox="1"/>
              <p:nvPr/>
            </p:nvSpPr>
            <p:spPr>
              <a:xfrm>
                <a:off x="431112" y="3458341"/>
                <a:ext cx="662746" cy="338554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pPr algn="ctr"/>
                <a:r>
                  <a:rPr lang="en-US" sz="1600" i="1" dirty="0"/>
                  <a:t>looks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63531D0-E794-F551-C92E-B14F1D660DE1}"/>
                  </a:ext>
                </a:extLst>
              </p:cNvPr>
              <p:cNvSpPr txBox="1"/>
              <p:nvPr/>
            </p:nvSpPr>
            <p:spPr>
              <a:xfrm>
                <a:off x="1464124" y="2626218"/>
                <a:ext cx="481468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18449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024E8C5-FEDE-1E5D-1F6C-2555FFA20339}"/>
                  </a:ext>
                </a:extLst>
              </p:cNvPr>
              <p:cNvSpPr txBox="1"/>
              <p:nvPr/>
            </p:nvSpPr>
            <p:spPr>
              <a:xfrm>
                <a:off x="1545875" y="3058334"/>
                <a:ext cx="317963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97EE2F81-FBC7-4B25-1BB9-EF494E4137C6}"/>
                  </a:ext>
                </a:extLst>
              </p:cNvPr>
              <p:cNvSpPr txBox="1"/>
              <p:nvPr/>
            </p:nvSpPr>
            <p:spPr>
              <a:xfrm>
                <a:off x="1502663" y="3490450"/>
                <a:ext cx="399716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8224</a:t>
                </a:r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7AA7AA62-FA99-34A9-3CB0-7F0CE4F8BBFD}"/>
                  </a:ext>
                </a:extLst>
              </p:cNvPr>
              <p:cNvSpPr txBox="1"/>
              <p:nvPr/>
            </p:nvSpPr>
            <p:spPr>
              <a:xfrm>
                <a:off x="1504999" y="3922566"/>
                <a:ext cx="399716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1299</a:t>
                </a: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340095-EC51-9229-20F7-466BA041B3DD}"/>
                  </a:ext>
                </a:extLst>
              </p:cNvPr>
              <p:cNvSpPr txBox="1"/>
              <p:nvPr/>
            </p:nvSpPr>
            <p:spPr>
              <a:xfrm>
                <a:off x="1543538" y="4346285"/>
                <a:ext cx="317963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0D8DA280-91F1-0EE8-748B-1C910A58B164}"/>
                  </a:ext>
                </a:extLst>
              </p:cNvPr>
              <p:cNvSpPr txBox="1"/>
              <p:nvPr/>
            </p:nvSpPr>
            <p:spPr>
              <a:xfrm>
                <a:off x="1543538" y="4784325"/>
                <a:ext cx="317963" cy="276999"/>
              </a:xfrm>
              <a:prstGeom prst="rect">
                <a:avLst/>
              </a:prstGeom>
              <a:noFill/>
            </p:spPr>
            <p:txBody>
              <a:bodyPr wrap="none" lIns="36000" rIns="36000" rtlCol="0">
                <a:spAutoFit/>
              </a:bodyPr>
              <a:lstStyle/>
              <a:p>
                <a:pPr algn="ctr"/>
                <a:r>
                  <a:rPr lang="en-US" sz="1200" dirty="0"/>
                  <a:t>738</a:t>
                </a:r>
              </a:p>
            </p:txBody>
          </p:sp>
          <p:cxnSp>
            <p:nvCxnSpPr>
              <p:cNvPr id="120" name="Straight Arrow Connector 119">
                <a:extLst>
                  <a:ext uri="{FF2B5EF4-FFF2-40B4-BE49-F238E27FC236}">
                    <a16:creationId xmlns:a16="http://schemas.microsoft.com/office/drawing/2014/main" id="{6CA60858-E816-D407-D356-3207585A6828}"/>
                  </a:ext>
                </a:extLst>
              </p:cNvPr>
              <p:cNvCxnSpPr>
                <a:cxnSpLocks/>
                <a:stCxn id="86" idx="3"/>
                <a:endCxn id="96" idx="1"/>
              </p:cNvCxnSpPr>
              <p:nvPr/>
            </p:nvCxnSpPr>
            <p:spPr>
              <a:xfrm>
                <a:off x="1093858" y="2764717"/>
                <a:ext cx="370266" cy="1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Arrow Connector 123">
                <a:extLst>
                  <a:ext uri="{FF2B5EF4-FFF2-40B4-BE49-F238E27FC236}">
                    <a16:creationId xmlns:a16="http://schemas.microsoft.com/office/drawing/2014/main" id="{BE6B1D26-A1D7-7228-72F9-C42153D34BD9}"/>
                  </a:ext>
                </a:extLst>
              </p:cNvPr>
              <p:cNvCxnSpPr>
                <a:cxnSpLocks/>
                <a:stCxn id="87" idx="3"/>
                <a:endCxn id="97" idx="1"/>
              </p:cNvCxnSpPr>
              <p:nvPr/>
            </p:nvCxnSpPr>
            <p:spPr>
              <a:xfrm>
                <a:off x="1093858" y="3195286"/>
                <a:ext cx="452017" cy="1548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Arrow Connector 126">
                <a:extLst>
                  <a:ext uri="{FF2B5EF4-FFF2-40B4-BE49-F238E27FC236}">
                    <a16:creationId xmlns:a16="http://schemas.microsoft.com/office/drawing/2014/main" id="{C2DC5C4D-81B8-9908-A35F-5E43ED42AF70}"/>
                  </a:ext>
                </a:extLst>
              </p:cNvPr>
              <p:cNvCxnSpPr>
                <a:cxnSpLocks/>
                <a:stCxn id="88" idx="3"/>
                <a:endCxn id="98" idx="1"/>
              </p:cNvCxnSpPr>
              <p:nvPr/>
            </p:nvCxnSpPr>
            <p:spPr>
              <a:xfrm>
                <a:off x="1093858" y="3627618"/>
                <a:ext cx="408805" cy="1332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Arrow Connector 129">
                <a:extLst>
                  <a:ext uri="{FF2B5EF4-FFF2-40B4-BE49-F238E27FC236}">
                    <a16:creationId xmlns:a16="http://schemas.microsoft.com/office/drawing/2014/main" id="{18989A9D-96B8-A25A-2529-5E1C935EE81E}"/>
                  </a:ext>
                </a:extLst>
              </p:cNvPr>
              <p:cNvCxnSpPr>
                <a:cxnSpLocks/>
                <a:stCxn id="83" idx="3"/>
                <a:endCxn id="99" idx="1"/>
              </p:cNvCxnSpPr>
              <p:nvPr/>
            </p:nvCxnSpPr>
            <p:spPr>
              <a:xfrm>
                <a:off x="1093858" y="4059950"/>
                <a:ext cx="411141" cy="111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Arrow Connector 132">
                <a:extLst>
                  <a:ext uri="{FF2B5EF4-FFF2-40B4-BE49-F238E27FC236}">
                    <a16:creationId xmlns:a16="http://schemas.microsoft.com/office/drawing/2014/main" id="{51F13CCA-1ABE-9F7B-16BF-3A68CB06E36B}"/>
                  </a:ext>
                </a:extLst>
              </p:cNvPr>
              <p:cNvCxnSpPr>
                <a:cxnSpLocks/>
                <a:stCxn id="84" idx="3"/>
                <a:endCxn id="100" idx="1"/>
              </p:cNvCxnSpPr>
              <p:nvPr/>
            </p:nvCxnSpPr>
            <p:spPr>
              <a:xfrm flipV="1">
                <a:off x="1093858" y="4484785"/>
                <a:ext cx="449680" cy="7497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Arrow Connector 135">
                <a:extLst>
                  <a:ext uri="{FF2B5EF4-FFF2-40B4-BE49-F238E27FC236}">
                    <a16:creationId xmlns:a16="http://schemas.microsoft.com/office/drawing/2014/main" id="{07FCB02C-C43C-6324-5EFD-1E1D9C02AEE7}"/>
                  </a:ext>
                </a:extLst>
              </p:cNvPr>
              <p:cNvCxnSpPr>
                <a:cxnSpLocks/>
                <a:stCxn id="85" idx="3"/>
                <a:endCxn id="101" idx="1"/>
              </p:cNvCxnSpPr>
              <p:nvPr/>
            </p:nvCxnSpPr>
            <p:spPr>
              <a:xfrm flipV="1">
                <a:off x="1093858" y="4922825"/>
                <a:ext cx="449680" cy="1790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C3BB180-4639-D02D-819F-677653CB4545}"/>
                  </a:ext>
                </a:extLst>
              </p:cNvPr>
              <p:cNvSpPr txBox="1"/>
              <p:nvPr/>
            </p:nvSpPr>
            <p:spPr>
              <a:xfrm>
                <a:off x="3339712" y="271696"/>
                <a:ext cx="695254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Today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47DD520-A1DC-63DD-AD43-115E39D992AD}"/>
                  </a:ext>
                </a:extLst>
              </p:cNvPr>
              <p:cNvSpPr txBox="1"/>
              <p:nvPr/>
            </p:nvSpPr>
            <p:spPr>
              <a:xfrm>
                <a:off x="3964091" y="271696"/>
                <a:ext cx="29687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AB3576EC-FC28-CE97-8001-EAB96F9B26A5}"/>
                  </a:ext>
                </a:extLst>
              </p:cNvPr>
              <p:cNvSpPr txBox="1"/>
              <p:nvPr/>
            </p:nvSpPr>
            <p:spPr>
              <a:xfrm>
                <a:off x="4190843" y="271696"/>
                <a:ext cx="66274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looks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475E9292-CD80-EE9D-5A68-7F2CDA6AA9E6}"/>
                  </a:ext>
                </a:extLst>
              </p:cNvPr>
              <p:cNvSpPr txBox="1"/>
              <p:nvPr/>
            </p:nvSpPr>
            <p:spPr>
              <a:xfrm>
                <a:off x="4753085" y="271696"/>
                <a:ext cx="490712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like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93A01EA3-DD68-1D8B-758B-A33576BA5699}"/>
                  </a:ext>
                </a:extLst>
              </p:cNvPr>
              <p:cNvSpPr txBox="1"/>
              <p:nvPr/>
            </p:nvSpPr>
            <p:spPr>
              <a:xfrm>
                <a:off x="5286217" y="271696"/>
                <a:ext cx="29687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0D4588E0-470C-071D-A067-B922F3FD969E}"/>
                  </a:ext>
                </a:extLst>
              </p:cNvPr>
              <p:cNvSpPr txBox="1"/>
              <p:nvPr/>
            </p:nvSpPr>
            <p:spPr>
              <a:xfrm>
                <a:off x="5636925" y="271696"/>
                <a:ext cx="486030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will</a:t>
                </a: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77BA9E9-F705-468A-E910-1D5092064D18}"/>
                  </a:ext>
                </a:extLst>
              </p:cNvPr>
              <p:cNvSpPr txBox="1"/>
              <p:nvPr/>
            </p:nvSpPr>
            <p:spPr>
              <a:xfrm>
                <a:off x="3390624" y="838496"/>
                <a:ext cx="593431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18449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53CA621-D983-BCD4-3C42-887B894DB7C0}"/>
                  </a:ext>
                </a:extLst>
              </p:cNvPr>
              <p:cNvSpPr txBox="1"/>
              <p:nvPr/>
            </p:nvSpPr>
            <p:spPr>
              <a:xfrm>
                <a:off x="3884866" y="838496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7F5B31FA-323F-01BB-6CCE-C77DFD8E3F6B}"/>
                  </a:ext>
                </a:extLst>
              </p:cNvPr>
              <p:cNvSpPr txBox="1"/>
              <p:nvPr/>
            </p:nvSpPr>
            <p:spPr>
              <a:xfrm>
                <a:off x="4265510" y="838496"/>
                <a:ext cx="511679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8224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38B1D93-1B1E-9601-CA3D-E540202A3DD3}"/>
                  </a:ext>
                </a:extLst>
              </p:cNvPr>
              <p:cNvSpPr txBox="1"/>
              <p:nvPr/>
            </p:nvSpPr>
            <p:spPr>
              <a:xfrm>
                <a:off x="4746231" y="838496"/>
                <a:ext cx="511679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1299</a:t>
                </a: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B8D08A3-F8C3-0231-4ACC-B2EB98B2B55F}"/>
                  </a:ext>
                </a:extLst>
              </p:cNvPr>
              <p:cNvSpPr txBox="1"/>
              <p:nvPr/>
            </p:nvSpPr>
            <p:spPr>
              <a:xfrm>
                <a:off x="5214853" y="838496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FD539D2-8B48-4079-12A3-D7ADE54843AB}"/>
                  </a:ext>
                </a:extLst>
              </p:cNvPr>
              <p:cNvSpPr txBox="1"/>
              <p:nvPr/>
            </p:nvSpPr>
            <p:spPr>
              <a:xfrm>
                <a:off x="5657480" y="838496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738</a:t>
                </a:r>
              </a:p>
            </p:txBody>
          </p:sp>
          <p:cxnSp>
            <p:nvCxnSpPr>
              <p:cNvPr id="103" name="Straight Arrow Connector 102">
                <a:extLst>
                  <a:ext uri="{FF2B5EF4-FFF2-40B4-BE49-F238E27FC236}">
                    <a16:creationId xmlns:a16="http://schemas.microsoft.com/office/drawing/2014/main" id="{BF38AC3F-2B80-5A19-B9F8-8FC01911A1AD}"/>
                  </a:ext>
                </a:extLst>
              </p:cNvPr>
              <p:cNvCxnSpPr>
                <a:stCxn id="77" idx="2"/>
                <a:endCxn id="90" idx="0"/>
              </p:cNvCxnSpPr>
              <p:nvPr/>
            </p:nvCxnSpPr>
            <p:spPr>
              <a:xfrm>
                <a:off x="3687339" y="582260"/>
                <a:ext cx="1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3FBBE35F-9426-495F-FF17-0FCEB6FD54A7}"/>
                  </a:ext>
                </a:extLst>
              </p:cNvPr>
              <p:cNvCxnSpPr/>
              <p:nvPr/>
            </p:nvCxnSpPr>
            <p:spPr>
              <a:xfrm>
                <a:off x="4104169" y="569610"/>
                <a:ext cx="0" cy="26888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3A02C9A0-1A19-45E4-9258-E5C8B2B35A91}"/>
                  </a:ext>
                </a:extLst>
              </p:cNvPr>
              <p:cNvCxnSpPr>
                <a:cxnSpLocks/>
                <a:stCxn id="79" idx="2"/>
                <a:endCxn id="92" idx="0"/>
              </p:cNvCxnSpPr>
              <p:nvPr/>
            </p:nvCxnSpPr>
            <p:spPr>
              <a:xfrm flipH="1">
                <a:off x="4521350" y="582260"/>
                <a:ext cx="866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Arrow Connector 110">
                <a:extLst>
                  <a:ext uri="{FF2B5EF4-FFF2-40B4-BE49-F238E27FC236}">
                    <a16:creationId xmlns:a16="http://schemas.microsoft.com/office/drawing/2014/main" id="{96846CD6-7EEE-C136-0202-697959F13689}"/>
                  </a:ext>
                </a:extLst>
              </p:cNvPr>
              <p:cNvCxnSpPr>
                <a:cxnSpLocks/>
                <a:stCxn id="80" idx="2"/>
                <a:endCxn id="93" idx="0"/>
              </p:cNvCxnSpPr>
              <p:nvPr/>
            </p:nvCxnSpPr>
            <p:spPr>
              <a:xfrm>
                <a:off x="4998441" y="582260"/>
                <a:ext cx="3630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Arrow Connector 113">
                <a:extLst>
                  <a:ext uri="{FF2B5EF4-FFF2-40B4-BE49-F238E27FC236}">
                    <a16:creationId xmlns:a16="http://schemas.microsoft.com/office/drawing/2014/main" id="{8BF9B3A7-5C50-4DAA-FED9-75D8A7625B47}"/>
                  </a:ext>
                </a:extLst>
              </p:cNvPr>
              <p:cNvCxnSpPr>
                <a:cxnSpLocks/>
                <a:stCxn id="81" idx="2"/>
                <a:endCxn id="94" idx="0"/>
              </p:cNvCxnSpPr>
              <p:nvPr/>
            </p:nvCxnSpPr>
            <p:spPr>
              <a:xfrm flipH="1">
                <a:off x="5429816" y="582260"/>
                <a:ext cx="4839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Arrow Connector 116">
                <a:extLst>
                  <a:ext uri="{FF2B5EF4-FFF2-40B4-BE49-F238E27FC236}">
                    <a16:creationId xmlns:a16="http://schemas.microsoft.com/office/drawing/2014/main" id="{754C89E8-3889-D59A-CC87-1919DCF87D7A}"/>
                  </a:ext>
                </a:extLst>
              </p:cNvPr>
              <p:cNvCxnSpPr>
                <a:cxnSpLocks/>
                <a:stCxn id="82" idx="2"/>
                <a:endCxn id="95" idx="0"/>
              </p:cNvCxnSpPr>
              <p:nvPr/>
            </p:nvCxnSpPr>
            <p:spPr>
              <a:xfrm flipH="1">
                <a:off x="5872443" y="582260"/>
                <a:ext cx="7497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0" name="Group 199">
                <a:extLst>
                  <a:ext uri="{FF2B5EF4-FFF2-40B4-BE49-F238E27FC236}">
                    <a16:creationId xmlns:a16="http://schemas.microsoft.com/office/drawing/2014/main" id="{69A86503-2A02-2A56-3440-C10F37E574AB}"/>
                  </a:ext>
                </a:extLst>
              </p:cNvPr>
              <p:cNvGrpSpPr/>
              <p:nvPr/>
            </p:nvGrpSpPr>
            <p:grpSpPr>
              <a:xfrm>
                <a:off x="3615479" y="1317350"/>
                <a:ext cx="2328824" cy="613459"/>
                <a:chOff x="3615479" y="1317350"/>
                <a:chExt cx="2328824" cy="613459"/>
              </a:xfrm>
            </p:grpSpPr>
            <p:grpSp>
              <p:nvGrpSpPr>
                <p:cNvPr id="148" name="Group 147">
                  <a:extLst>
                    <a:ext uri="{FF2B5EF4-FFF2-40B4-BE49-F238E27FC236}">
                      <a16:creationId xmlns:a16="http://schemas.microsoft.com/office/drawing/2014/main" id="{B4F7B107-36CD-82F4-5667-8F7BA894E0F9}"/>
                    </a:ext>
                  </a:extLst>
                </p:cNvPr>
                <p:cNvGrpSpPr/>
                <p:nvPr/>
              </p:nvGrpSpPr>
              <p:grpSpPr>
                <a:xfrm>
                  <a:off x="3615479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47" name="Rounded Rectangle 146">
                    <a:extLst>
                      <a:ext uri="{FF2B5EF4-FFF2-40B4-BE49-F238E27FC236}">
                        <a16:creationId xmlns:a16="http://schemas.microsoft.com/office/drawing/2014/main" id="{2A4213CC-51FA-6EFD-8A7B-368BFF1A643F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2" name="Oval 141">
                    <a:extLst>
                      <a:ext uri="{FF2B5EF4-FFF2-40B4-BE49-F238E27FC236}">
                        <a16:creationId xmlns:a16="http://schemas.microsoft.com/office/drawing/2014/main" id="{8180E14F-3090-5E9C-996C-EC3C946E7675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3" name="Oval 142">
                    <a:extLst>
                      <a:ext uri="{FF2B5EF4-FFF2-40B4-BE49-F238E27FC236}">
                        <a16:creationId xmlns:a16="http://schemas.microsoft.com/office/drawing/2014/main" id="{4373D153-D747-AD7F-3A50-32CBBBE0011A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4" name="Oval 143">
                    <a:extLst>
                      <a:ext uri="{FF2B5EF4-FFF2-40B4-BE49-F238E27FC236}">
                        <a16:creationId xmlns:a16="http://schemas.microsoft.com/office/drawing/2014/main" id="{749B70F7-9C74-CD3B-FD03-F069368F4EFE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45" name="Oval 144">
                    <a:extLst>
                      <a:ext uri="{FF2B5EF4-FFF2-40B4-BE49-F238E27FC236}">
                        <a16:creationId xmlns:a16="http://schemas.microsoft.com/office/drawing/2014/main" id="{1F3322DA-7A58-3010-4D7C-064505B5C5C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49" name="Group 148">
                  <a:extLst>
                    <a:ext uri="{FF2B5EF4-FFF2-40B4-BE49-F238E27FC236}">
                      <a16:creationId xmlns:a16="http://schemas.microsoft.com/office/drawing/2014/main" id="{BBB8737C-E98C-E5D8-2B13-1E375A0CAD1E}"/>
                    </a:ext>
                  </a:extLst>
                </p:cNvPr>
                <p:cNvGrpSpPr/>
                <p:nvPr/>
              </p:nvGrpSpPr>
              <p:grpSpPr>
                <a:xfrm>
                  <a:off x="4024071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50" name="Rounded Rectangle 149">
                    <a:extLst>
                      <a:ext uri="{FF2B5EF4-FFF2-40B4-BE49-F238E27FC236}">
                        <a16:creationId xmlns:a16="http://schemas.microsoft.com/office/drawing/2014/main" id="{91EAFACE-3259-663C-C6B3-55D771D6159B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1" name="Oval 150">
                    <a:extLst>
                      <a:ext uri="{FF2B5EF4-FFF2-40B4-BE49-F238E27FC236}">
                        <a16:creationId xmlns:a16="http://schemas.microsoft.com/office/drawing/2014/main" id="{974ACA0B-5E8A-DAE5-27DA-322C661EF80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2" name="Oval 151">
                    <a:extLst>
                      <a:ext uri="{FF2B5EF4-FFF2-40B4-BE49-F238E27FC236}">
                        <a16:creationId xmlns:a16="http://schemas.microsoft.com/office/drawing/2014/main" id="{67549216-2A56-44E1-507A-C7B184E7371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3" name="Oval 152">
                    <a:extLst>
                      <a:ext uri="{FF2B5EF4-FFF2-40B4-BE49-F238E27FC236}">
                        <a16:creationId xmlns:a16="http://schemas.microsoft.com/office/drawing/2014/main" id="{7FE5BF29-1075-6334-DDEB-2BE0F49DED5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4" name="Oval 153">
                    <a:extLst>
                      <a:ext uri="{FF2B5EF4-FFF2-40B4-BE49-F238E27FC236}">
                        <a16:creationId xmlns:a16="http://schemas.microsoft.com/office/drawing/2014/main" id="{4BD83BA5-EEC1-FBD0-33F1-200E27185BA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55" name="Group 154">
                  <a:extLst>
                    <a:ext uri="{FF2B5EF4-FFF2-40B4-BE49-F238E27FC236}">
                      <a16:creationId xmlns:a16="http://schemas.microsoft.com/office/drawing/2014/main" id="{9895F725-FF92-46D9-8CFD-011A0B53020F}"/>
                    </a:ext>
                  </a:extLst>
                </p:cNvPr>
                <p:cNvGrpSpPr/>
                <p:nvPr/>
              </p:nvGrpSpPr>
              <p:grpSpPr>
                <a:xfrm rot="10800000">
                  <a:off x="4451370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56" name="Rounded Rectangle 155">
                    <a:extLst>
                      <a:ext uri="{FF2B5EF4-FFF2-40B4-BE49-F238E27FC236}">
                        <a16:creationId xmlns:a16="http://schemas.microsoft.com/office/drawing/2014/main" id="{D41912B5-A1CD-F8DE-E1D7-33F6D429EF58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7" name="Oval 156">
                    <a:extLst>
                      <a:ext uri="{FF2B5EF4-FFF2-40B4-BE49-F238E27FC236}">
                        <a16:creationId xmlns:a16="http://schemas.microsoft.com/office/drawing/2014/main" id="{2ED36DF4-63D7-0F4A-53B7-82101EC228AF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8" name="Oval 157">
                    <a:extLst>
                      <a:ext uri="{FF2B5EF4-FFF2-40B4-BE49-F238E27FC236}">
                        <a16:creationId xmlns:a16="http://schemas.microsoft.com/office/drawing/2014/main" id="{ACB7EDA8-15AE-700E-A2B3-D031B557DD1E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59" name="Oval 158">
                    <a:extLst>
                      <a:ext uri="{FF2B5EF4-FFF2-40B4-BE49-F238E27FC236}">
                        <a16:creationId xmlns:a16="http://schemas.microsoft.com/office/drawing/2014/main" id="{2D4585C9-23BD-6CC6-82B3-3CC97C141EB1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0" name="Oval 159">
                    <a:extLst>
                      <a:ext uri="{FF2B5EF4-FFF2-40B4-BE49-F238E27FC236}">
                        <a16:creationId xmlns:a16="http://schemas.microsoft.com/office/drawing/2014/main" id="{D669F920-4F28-CFB5-1B71-983504CD5EE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1" name="Group 160">
                  <a:extLst>
                    <a:ext uri="{FF2B5EF4-FFF2-40B4-BE49-F238E27FC236}">
                      <a16:creationId xmlns:a16="http://schemas.microsoft.com/office/drawing/2014/main" id="{7C97A9AB-A1E9-7917-B649-6016785B2C48}"/>
                    </a:ext>
                  </a:extLst>
                </p:cNvPr>
                <p:cNvGrpSpPr/>
                <p:nvPr/>
              </p:nvGrpSpPr>
              <p:grpSpPr>
                <a:xfrm rot="10800000">
                  <a:off x="4926580" y="1317351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62" name="Rounded Rectangle 161">
                    <a:extLst>
                      <a:ext uri="{FF2B5EF4-FFF2-40B4-BE49-F238E27FC236}">
                        <a16:creationId xmlns:a16="http://schemas.microsoft.com/office/drawing/2014/main" id="{4B899713-F709-63A1-B0E3-78ADD5E7D84D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3" name="Oval 162">
                    <a:extLst>
                      <a:ext uri="{FF2B5EF4-FFF2-40B4-BE49-F238E27FC236}">
                        <a16:creationId xmlns:a16="http://schemas.microsoft.com/office/drawing/2014/main" id="{FCCBBF26-8EE7-B57D-7239-B82D41BD4008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EEFBFE97-CC0D-4A23-F46F-0BCD485B207E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5" name="Oval 164">
                    <a:extLst>
                      <a:ext uri="{FF2B5EF4-FFF2-40B4-BE49-F238E27FC236}">
                        <a16:creationId xmlns:a16="http://schemas.microsoft.com/office/drawing/2014/main" id="{33AFE96E-8606-93C3-4F0B-802364EBB79A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6" name="Oval 165">
                    <a:extLst>
                      <a:ext uri="{FF2B5EF4-FFF2-40B4-BE49-F238E27FC236}">
                        <a16:creationId xmlns:a16="http://schemas.microsoft.com/office/drawing/2014/main" id="{523C9153-B3DC-3EBF-D9A7-17A28348A144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1B87C14C-09E7-98C4-9826-76F221F63C55}"/>
                    </a:ext>
                  </a:extLst>
                </p:cNvPr>
                <p:cNvGrpSpPr/>
                <p:nvPr/>
              </p:nvGrpSpPr>
              <p:grpSpPr>
                <a:xfrm>
                  <a:off x="5357956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68" name="Rounded Rectangle 167">
                    <a:extLst>
                      <a:ext uri="{FF2B5EF4-FFF2-40B4-BE49-F238E27FC236}">
                        <a16:creationId xmlns:a16="http://schemas.microsoft.com/office/drawing/2014/main" id="{02C145F9-B805-45A8-1547-430362D0DC56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69" name="Oval 168">
                    <a:extLst>
                      <a:ext uri="{FF2B5EF4-FFF2-40B4-BE49-F238E27FC236}">
                        <a16:creationId xmlns:a16="http://schemas.microsoft.com/office/drawing/2014/main" id="{05640DA0-F398-F750-7AE9-CFED3BED7DF9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0" name="Oval 169">
                    <a:extLst>
                      <a:ext uri="{FF2B5EF4-FFF2-40B4-BE49-F238E27FC236}">
                        <a16:creationId xmlns:a16="http://schemas.microsoft.com/office/drawing/2014/main" id="{F921F84A-0055-19B4-C0BE-D2452EA3DA5F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1" name="Oval 170">
                    <a:extLst>
                      <a:ext uri="{FF2B5EF4-FFF2-40B4-BE49-F238E27FC236}">
                        <a16:creationId xmlns:a16="http://schemas.microsoft.com/office/drawing/2014/main" id="{4759067F-2682-C73D-CC49-11D6DF373F2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2" name="Oval 171">
                    <a:extLst>
                      <a:ext uri="{FF2B5EF4-FFF2-40B4-BE49-F238E27FC236}">
                        <a16:creationId xmlns:a16="http://schemas.microsoft.com/office/drawing/2014/main" id="{A1C91727-7240-A16E-32CE-28A387ABD73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55132451-FA67-B819-F8ED-A575FA35F7B4}"/>
                    </a:ext>
                  </a:extLst>
                </p:cNvPr>
                <p:cNvGrpSpPr/>
                <p:nvPr/>
              </p:nvGrpSpPr>
              <p:grpSpPr>
                <a:xfrm>
                  <a:off x="5800583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174" name="Rounded Rectangle 173">
                    <a:extLst>
                      <a:ext uri="{FF2B5EF4-FFF2-40B4-BE49-F238E27FC236}">
                        <a16:creationId xmlns:a16="http://schemas.microsoft.com/office/drawing/2014/main" id="{F8EF7E93-244D-6617-4F3F-920EE6DF9EBE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5" name="Oval 174">
                    <a:extLst>
                      <a:ext uri="{FF2B5EF4-FFF2-40B4-BE49-F238E27FC236}">
                        <a16:creationId xmlns:a16="http://schemas.microsoft.com/office/drawing/2014/main" id="{274DE4BF-3CF9-0EF3-2682-4112077F4B9A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56AB169A-2B1E-AF91-38FE-85FAFC72FE8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7" name="Oval 176">
                    <a:extLst>
                      <a:ext uri="{FF2B5EF4-FFF2-40B4-BE49-F238E27FC236}">
                        <a16:creationId xmlns:a16="http://schemas.microsoft.com/office/drawing/2014/main" id="{617FFE06-4BE2-2BF0-A460-8AE654DA7A5F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78" name="Oval 177">
                    <a:extLst>
                      <a:ext uri="{FF2B5EF4-FFF2-40B4-BE49-F238E27FC236}">
                        <a16:creationId xmlns:a16="http://schemas.microsoft.com/office/drawing/2014/main" id="{6FA1B205-CFA0-0CF1-1766-EC5D9ADDB3E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179" name="Straight Arrow Connector 178">
                <a:extLst>
                  <a:ext uri="{FF2B5EF4-FFF2-40B4-BE49-F238E27FC236}">
                    <a16:creationId xmlns:a16="http://schemas.microsoft.com/office/drawing/2014/main" id="{9A2DC390-C5E6-B36C-36CC-6F1886C76AC5}"/>
                  </a:ext>
                </a:extLst>
              </p:cNvPr>
              <p:cNvCxnSpPr>
                <a:cxnSpLocks/>
                <a:stCxn id="90" idx="2"/>
                <a:endCxn id="147" idx="0"/>
              </p:cNvCxnSpPr>
              <p:nvPr/>
            </p:nvCxnSpPr>
            <p:spPr>
              <a:xfrm flipH="1">
                <a:off x="3687339" y="1059514"/>
                <a:ext cx="1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Arrow Connector 181">
                <a:extLst>
                  <a:ext uri="{FF2B5EF4-FFF2-40B4-BE49-F238E27FC236}">
                    <a16:creationId xmlns:a16="http://schemas.microsoft.com/office/drawing/2014/main" id="{572E9019-3CD3-0535-8C5E-CBE443A651D3}"/>
                  </a:ext>
                </a:extLst>
              </p:cNvPr>
              <p:cNvCxnSpPr>
                <a:cxnSpLocks/>
                <a:stCxn id="91" idx="2"/>
                <a:endCxn id="150" idx="0"/>
              </p:cNvCxnSpPr>
              <p:nvPr/>
            </p:nvCxnSpPr>
            <p:spPr>
              <a:xfrm flipH="1">
                <a:off x="4095931" y="1059514"/>
                <a:ext cx="3898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5CE9B0E4-D46D-47C2-66A6-D4DD246C645C}"/>
                  </a:ext>
                </a:extLst>
              </p:cNvPr>
              <p:cNvCxnSpPr>
                <a:cxnSpLocks/>
                <a:stCxn id="92" idx="2"/>
                <a:endCxn id="156" idx="2"/>
              </p:cNvCxnSpPr>
              <p:nvPr/>
            </p:nvCxnSpPr>
            <p:spPr>
              <a:xfrm>
                <a:off x="4521350" y="1059514"/>
                <a:ext cx="188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Arrow Connector 187">
                <a:extLst>
                  <a:ext uri="{FF2B5EF4-FFF2-40B4-BE49-F238E27FC236}">
                    <a16:creationId xmlns:a16="http://schemas.microsoft.com/office/drawing/2014/main" id="{87D53531-34F2-106A-6D66-231433E7FAF2}"/>
                  </a:ext>
                </a:extLst>
              </p:cNvPr>
              <p:cNvCxnSpPr>
                <a:cxnSpLocks/>
                <a:stCxn id="93" idx="2"/>
                <a:endCxn id="162" idx="2"/>
              </p:cNvCxnSpPr>
              <p:nvPr/>
            </p:nvCxnSpPr>
            <p:spPr>
              <a:xfrm flipH="1">
                <a:off x="4998440" y="1059514"/>
                <a:ext cx="3631" cy="257837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Straight Arrow Connector 190">
                <a:extLst>
                  <a:ext uri="{FF2B5EF4-FFF2-40B4-BE49-F238E27FC236}">
                    <a16:creationId xmlns:a16="http://schemas.microsoft.com/office/drawing/2014/main" id="{12FFDEE3-8D7F-43D4-5CE8-C57D2E0DE940}"/>
                  </a:ext>
                </a:extLst>
              </p:cNvPr>
              <p:cNvCxnSpPr>
                <a:cxnSpLocks/>
                <a:stCxn id="94" idx="2"/>
                <a:endCxn id="168" idx="0"/>
              </p:cNvCxnSpPr>
              <p:nvPr/>
            </p:nvCxnSpPr>
            <p:spPr>
              <a:xfrm>
                <a:off x="5429816" y="1059514"/>
                <a:ext cx="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Straight Arrow Connector 193">
                <a:extLst>
                  <a:ext uri="{FF2B5EF4-FFF2-40B4-BE49-F238E27FC236}">
                    <a16:creationId xmlns:a16="http://schemas.microsoft.com/office/drawing/2014/main" id="{67D526BD-8CEB-0E18-D1EE-EE0EF8F27FE8}"/>
                  </a:ext>
                </a:extLst>
              </p:cNvPr>
              <p:cNvCxnSpPr>
                <a:cxnSpLocks/>
                <a:stCxn id="95" idx="2"/>
                <a:endCxn id="174" idx="0"/>
              </p:cNvCxnSpPr>
              <p:nvPr/>
            </p:nvCxnSpPr>
            <p:spPr>
              <a:xfrm>
                <a:off x="5872443" y="1059514"/>
                <a:ext cx="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8" name="Right Brace 197">
                <a:extLst>
                  <a:ext uri="{FF2B5EF4-FFF2-40B4-BE49-F238E27FC236}">
                    <a16:creationId xmlns:a16="http://schemas.microsoft.com/office/drawing/2014/main" id="{58FE2B0C-62B7-61AE-23A6-6D1DFBA09108}"/>
                  </a:ext>
                </a:extLst>
              </p:cNvPr>
              <p:cNvSpPr/>
              <p:nvPr/>
            </p:nvSpPr>
            <p:spPr>
              <a:xfrm rot="5400000">
                <a:off x="4513655" y="1087148"/>
                <a:ext cx="462727" cy="2418679"/>
              </a:xfrm>
              <a:prstGeom prst="rightBrace">
                <a:avLst>
                  <a:gd name="adj1" fmla="val 8333"/>
                  <a:gd name="adj2" fmla="val 50450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ight Brace 198">
                <a:extLst>
                  <a:ext uri="{FF2B5EF4-FFF2-40B4-BE49-F238E27FC236}">
                    <a16:creationId xmlns:a16="http://schemas.microsoft.com/office/drawing/2014/main" id="{B04E2AAB-2B9D-0E27-89DD-00AD92DDC4C6}"/>
                  </a:ext>
                </a:extLst>
              </p:cNvPr>
              <p:cNvSpPr/>
              <p:nvPr/>
            </p:nvSpPr>
            <p:spPr>
              <a:xfrm>
                <a:off x="2943364" y="2642645"/>
                <a:ext cx="481857" cy="241867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2" name="Group 201">
                <a:extLst>
                  <a:ext uri="{FF2B5EF4-FFF2-40B4-BE49-F238E27FC236}">
                    <a16:creationId xmlns:a16="http://schemas.microsoft.com/office/drawing/2014/main" id="{1664AC59-813C-080E-9452-EC9D73E2675A}"/>
                  </a:ext>
                </a:extLst>
              </p:cNvPr>
              <p:cNvGrpSpPr/>
              <p:nvPr/>
            </p:nvGrpSpPr>
            <p:grpSpPr>
              <a:xfrm rot="16200000" flipH="1">
                <a:off x="2466179" y="2460260"/>
                <a:ext cx="143720" cy="613458"/>
                <a:chOff x="6604322" y="1325301"/>
                <a:chExt cx="143720" cy="613458"/>
              </a:xfrm>
            </p:grpSpPr>
            <p:sp>
              <p:nvSpPr>
                <p:cNvPr id="233" name="Rounded Rectangle 232">
                  <a:extLst>
                    <a:ext uri="{FF2B5EF4-FFF2-40B4-BE49-F238E27FC236}">
                      <a16:creationId xmlns:a16="http://schemas.microsoft.com/office/drawing/2014/main" id="{2581B57C-77FC-EDBC-EA78-C82BB06771C6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4" name="Oval 233">
                  <a:extLst>
                    <a:ext uri="{FF2B5EF4-FFF2-40B4-BE49-F238E27FC236}">
                      <a16:creationId xmlns:a16="http://schemas.microsoft.com/office/drawing/2014/main" id="{4B289F6F-76AB-208D-8D28-3ED14D74FB95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Oval 234">
                  <a:extLst>
                    <a:ext uri="{FF2B5EF4-FFF2-40B4-BE49-F238E27FC236}">
                      <a16:creationId xmlns:a16="http://schemas.microsoft.com/office/drawing/2014/main" id="{16992950-0A92-7DFA-879A-7226D97A93BB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6" name="Oval 235">
                  <a:extLst>
                    <a:ext uri="{FF2B5EF4-FFF2-40B4-BE49-F238E27FC236}">
                      <a16:creationId xmlns:a16="http://schemas.microsoft.com/office/drawing/2014/main" id="{C8DBB3DA-6160-817A-B1E5-B3645A5616A2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7" name="Oval 236">
                  <a:extLst>
                    <a:ext uri="{FF2B5EF4-FFF2-40B4-BE49-F238E27FC236}">
                      <a16:creationId xmlns:a16="http://schemas.microsoft.com/office/drawing/2014/main" id="{290A914A-D3DA-46B8-8D80-1C3A2DEA6765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EFD8BA68-2EEB-21B6-D2B6-F5CBE3886DC2}"/>
                  </a:ext>
                </a:extLst>
              </p:cNvPr>
              <p:cNvGrpSpPr/>
              <p:nvPr/>
            </p:nvGrpSpPr>
            <p:grpSpPr>
              <a:xfrm rot="16200000" flipH="1">
                <a:off x="2466179" y="2891523"/>
                <a:ext cx="143720" cy="613458"/>
                <a:chOff x="6604322" y="1325301"/>
                <a:chExt cx="143720" cy="613458"/>
              </a:xfrm>
            </p:grpSpPr>
            <p:sp>
              <p:nvSpPr>
                <p:cNvPr id="228" name="Rounded Rectangle 227">
                  <a:extLst>
                    <a:ext uri="{FF2B5EF4-FFF2-40B4-BE49-F238E27FC236}">
                      <a16:creationId xmlns:a16="http://schemas.microsoft.com/office/drawing/2014/main" id="{B532BDFD-9C3F-CBBC-3EA5-7838E78BBEDB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Oval 228">
                  <a:extLst>
                    <a:ext uri="{FF2B5EF4-FFF2-40B4-BE49-F238E27FC236}">
                      <a16:creationId xmlns:a16="http://schemas.microsoft.com/office/drawing/2014/main" id="{5C15A884-675C-4681-494A-4A8BC6BA3D7D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Oval 229">
                  <a:extLst>
                    <a:ext uri="{FF2B5EF4-FFF2-40B4-BE49-F238E27FC236}">
                      <a16:creationId xmlns:a16="http://schemas.microsoft.com/office/drawing/2014/main" id="{18528775-24EF-01E5-4CD4-D93F8A28F3B7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Oval 230">
                  <a:extLst>
                    <a:ext uri="{FF2B5EF4-FFF2-40B4-BE49-F238E27FC236}">
                      <a16:creationId xmlns:a16="http://schemas.microsoft.com/office/drawing/2014/main" id="{D56A1D9C-8D9B-5DF5-CFB8-B7EDD12F2396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Oval 231">
                  <a:extLst>
                    <a:ext uri="{FF2B5EF4-FFF2-40B4-BE49-F238E27FC236}">
                      <a16:creationId xmlns:a16="http://schemas.microsoft.com/office/drawing/2014/main" id="{2103332D-DDCA-C5D7-1954-8766D1F4D65D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4" name="Group 203">
                <a:extLst>
                  <a:ext uri="{FF2B5EF4-FFF2-40B4-BE49-F238E27FC236}">
                    <a16:creationId xmlns:a16="http://schemas.microsoft.com/office/drawing/2014/main" id="{218E6DB6-0E62-539B-6FC1-A69BFEEBB504}"/>
                  </a:ext>
                </a:extLst>
              </p:cNvPr>
              <p:cNvGrpSpPr/>
              <p:nvPr/>
            </p:nvGrpSpPr>
            <p:grpSpPr>
              <a:xfrm rot="5400000" flipH="1">
                <a:off x="2466179" y="3318823"/>
                <a:ext cx="143720" cy="613458"/>
                <a:chOff x="6604322" y="1325301"/>
                <a:chExt cx="143720" cy="613458"/>
              </a:xfrm>
            </p:grpSpPr>
            <p:sp>
              <p:nvSpPr>
                <p:cNvPr id="223" name="Rounded Rectangle 222">
                  <a:extLst>
                    <a:ext uri="{FF2B5EF4-FFF2-40B4-BE49-F238E27FC236}">
                      <a16:creationId xmlns:a16="http://schemas.microsoft.com/office/drawing/2014/main" id="{475ED8C3-8D3F-EEA8-59DA-809AEFC30DBD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9CF5709A-0A81-7F1C-4D89-7745439012BF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Oval 224">
                  <a:extLst>
                    <a:ext uri="{FF2B5EF4-FFF2-40B4-BE49-F238E27FC236}">
                      <a16:creationId xmlns:a16="http://schemas.microsoft.com/office/drawing/2014/main" id="{B84A2368-6C10-64B3-D5AD-14ACF4BE8225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AF36770E-AC0F-BDF8-CF4E-0F7CF97066D3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Oval 226">
                  <a:extLst>
                    <a:ext uri="{FF2B5EF4-FFF2-40B4-BE49-F238E27FC236}">
                      <a16:creationId xmlns:a16="http://schemas.microsoft.com/office/drawing/2014/main" id="{EECA1898-1838-A301-3011-72F732671DD2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47F38D05-A971-58AF-FA48-A4EC4EFBEDE9}"/>
                  </a:ext>
                </a:extLst>
              </p:cNvPr>
              <p:cNvGrpSpPr/>
              <p:nvPr/>
            </p:nvGrpSpPr>
            <p:grpSpPr>
              <a:xfrm rot="5400000" flipH="1">
                <a:off x="2466180" y="3756248"/>
                <a:ext cx="143720" cy="613458"/>
                <a:chOff x="6604322" y="1325301"/>
                <a:chExt cx="143720" cy="613458"/>
              </a:xfrm>
            </p:grpSpPr>
            <p:sp>
              <p:nvSpPr>
                <p:cNvPr id="218" name="Rounded Rectangle 217">
                  <a:extLst>
                    <a:ext uri="{FF2B5EF4-FFF2-40B4-BE49-F238E27FC236}">
                      <a16:creationId xmlns:a16="http://schemas.microsoft.com/office/drawing/2014/main" id="{E8720090-61F3-D768-A2F2-5ED048CC6B9A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E5566CCC-B722-05C6-DCE0-6960435F30DC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Oval 219">
                  <a:extLst>
                    <a:ext uri="{FF2B5EF4-FFF2-40B4-BE49-F238E27FC236}">
                      <a16:creationId xmlns:a16="http://schemas.microsoft.com/office/drawing/2014/main" id="{D35085B7-941C-98C7-20B9-08B94145B636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Oval 220">
                  <a:extLst>
                    <a:ext uri="{FF2B5EF4-FFF2-40B4-BE49-F238E27FC236}">
                      <a16:creationId xmlns:a16="http://schemas.microsoft.com/office/drawing/2014/main" id="{B296B4B9-C1D3-A4A2-62E7-4F6E1044DFA4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Oval 221">
                  <a:extLst>
                    <a:ext uri="{FF2B5EF4-FFF2-40B4-BE49-F238E27FC236}">
                      <a16:creationId xmlns:a16="http://schemas.microsoft.com/office/drawing/2014/main" id="{EB9BA7E5-0AF9-F2B5-B01C-5A12748D2EFB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60E04F25-034B-62D9-CD9E-1720433DF5C1}"/>
                  </a:ext>
                </a:extLst>
              </p:cNvPr>
              <p:cNvGrpSpPr/>
              <p:nvPr/>
            </p:nvGrpSpPr>
            <p:grpSpPr>
              <a:xfrm rot="16200000" flipH="1">
                <a:off x="2466179" y="4180067"/>
                <a:ext cx="143720" cy="613458"/>
                <a:chOff x="6604322" y="1325301"/>
                <a:chExt cx="143720" cy="613458"/>
              </a:xfrm>
            </p:grpSpPr>
            <p:sp>
              <p:nvSpPr>
                <p:cNvPr id="213" name="Rounded Rectangle 212">
                  <a:extLst>
                    <a:ext uri="{FF2B5EF4-FFF2-40B4-BE49-F238E27FC236}">
                      <a16:creationId xmlns:a16="http://schemas.microsoft.com/office/drawing/2014/main" id="{2A6A8024-8DF3-060D-7147-96E0272304AD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" name="Oval 213">
                  <a:extLst>
                    <a:ext uri="{FF2B5EF4-FFF2-40B4-BE49-F238E27FC236}">
                      <a16:creationId xmlns:a16="http://schemas.microsoft.com/office/drawing/2014/main" id="{BE3FDEF2-0201-F9AC-CFD5-46CF523C58CD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154DBF32-96CF-F2A8-3042-7DE514033B2A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51D96E98-3FD2-D7B9-C512-836738080521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" name="Oval 216">
                  <a:extLst>
                    <a:ext uri="{FF2B5EF4-FFF2-40B4-BE49-F238E27FC236}">
                      <a16:creationId xmlns:a16="http://schemas.microsoft.com/office/drawing/2014/main" id="{6B382CBE-0182-A067-E399-900CE09B2E54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7" name="Group 206">
                <a:extLst>
                  <a:ext uri="{FF2B5EF4-FFF2-40B4-BE49-F238E27FC236}">
                    <a16:creationId xmlns:a16="http://schemas.microsoft.com/office/drawing/2014/main" id="{6DF2C7F8-A027-88DE-B68B-BCD9A731C752}"/>
                  </a:ext>
                </a:extLst>
              </p:cNvPr>
              <p:cNvGrpSpPr/>
              <p:nvPr/>
            </p:nvGrpSpPr>
            <p:grpSpPr>
              <a:xfrm rot="16200000" flipH="1">
                <a:off x="2466179" y="4615137"/>
                <a:ext cx="143720" cy="613458"/>
                <a:chOff x="6604322" y="1325301"/>
                <a:chExt cx="143720" cy="613458"/>
              </a:xfrm>
            </p:grpSpPr>
            <p:sp>
              <p:nvSpPr>
                <p:cNvPr id="208" name="Rounded Rectangle 207">
                  <a:extLst>
                    <a:ext uri="{FF2B5EF4-FFF2-40B4-BE49-F238E27FC236}">
                      <a16:creationId xmlns:a16="http://schemas.microsoft.com/office/drawing/2014/main" id="{34D26750-C85F-2195-442D-F901134CFD20}"/>
                    </a:ext>
                  </a:extLst>
                </p:cNvPr>
                <p:cNvSpPr/>
                <p:nvPr/>
              </p:nvSpPr>
              <p:spPr>
                <a:xfrm>
                  <a:off x="6604322" y="1325301"/>
                  <a:ext cx="143720" cy="613458"/>
                </a:xfrm>
                <a:prstGeom prst="roundRect">
                  <a:avLst/>
                </a:prstGeom>
                <a:solidFill>
                  <a:schemeClr val="bg2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Oval 208">
                  <a:extLst>
                    <a:ext uri="{FF2B5EF4-FFF2-40B4-BE49-F238E27FC236}">
                      <a16:creationId xmlns:a16="http://schemas.microsoft.com/office/drawing/2014/main" id="{738F6BBF-A1E5-D994-5CFF-D17D809FF799}"/>
                    </a:ext>
                  </a:extLst>
                </p:cNvPr>
                <p:cNvSpPr/>
                <p:nvPr/>
              </p:nvSpPr>
              <p:spPr>
                <a:xfrm>
                  <a:off x="6625382" y="1372314"/>
                  <a:ext cx="101600" cy="101600"/>
                </a:xfrm>
                <a:prstGeom prst="ellipse">
                  <a:avLst/>
                </a:prstGeom>
                <a:solidFill>
                  <a:schemeClr val="accent5"/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Oval 209">
                  <a:extLst>
                    <a:ext uri="{FF2B5EF4-FFF2-40B4-BE49-F238E27FC236}">
                      <a16:creationId xmlns:a16="http://schemas.microsoft.com/office/drawing/2014/main" id="{12CD7E23-A227-8C73-6394-4EF81807A00E}"/>
                    </a:ext>
                  </a:extLst>
                </p:cNvPr>
                <p:cNvSpPr/>
                <p:nvPr/>
              </p:nvSpPr>
              <p:spPr>
                <a:xfrm>
                  <a:off x="6625382" y="1510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37435D09-21E4-B4E8-0D05-4CD88875DDE7}"/>
                    </a:ext>
                  </a:extLst>
                </p:cNvPr>
                <p:cNvSpPr/>
                <p:nvPr/>
              </p:nvSpPr>
              <p:spPr>
                <a:xfrm>
                  <a:off x="6625382" y="16493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5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Oval 211">
                  <a:extLst>
                    <a:ext uri="{FF2B5EF4-FFF2-40B4-BE49-F238E27FC236}">
                      <a16:creationId xmlns:a16="http://schemas.microsoft.com/office/drawing/2014/main" id="{80E3D89A-F42E-43A0-3145-52ED94959046}"/>
                    </a:ext>
                  </a:extLst>
                </p:cNvPr>
                <p:cNvSpPr/>
                <p:nvPr/>
              </p:nvSpPr>
              <p:spPr>
                <a:xfrm>
                  <a:off x="6625382" y="1787814"/>
                  <a:ext cx="101600" cy="101600"/>
                </a:xfrm>
                <a:prstGeom prst="ellipse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38" name="Straight Arrow Connector 237">
                <a:extLst>
                  <a:ext uri="{FF2B5EF4-FFF2-40B4-BE49-F238E27FC236}">
                    <a16:creationId xmlns:a16="http://schemas.microsoft.com/office/drawing/2014/main" id="{4B47BC8A-BA99-920E-3B94-B6B601B73965}"/>
                  </a:ext>
                </a:extLst>
              </p:cNvPr>
              <p:cNvCxnSpPr>
                <a:cxnSpLocks/>
                <a:stCxn id="96" idx="3"/>
                <a:endCxn id="233" idx="0"/>
              </p:cNvCxnSpPr>
              <p:nvPr/>
            </p:nvCxnSpPr>
            <p:spPr>
              <a:xfrm>
                <a:off x="1945592" y="2764718"/>
                <a:ext cx="285718" cy="2271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Arrow Connector 240">
                <a:extLst>
                  <a:ext uri="{FF2B5EF4-FFF2-40B4-BE49-F238E27FC236}">
                    <a16:creationId xmlns:a16="http://schemas.microsoft.com/office/drawing/2014/main" id="{DC1C065F-C30B-2D18-DE5A-4FBB5A6BEABF}"/>
                  </a:ext>
                </a:extLst>
              </p:cNvPr>
              <p:cNvCxnSpPr>
                <a:cxnSpLocks/>
                <a:stCxn id="97" idx="3"/>
                <a:endCxn id="228" idx="0"/>
              </p:cNvCxnSpPr>
              <p:nvPr/>
            </p:nvCxnSpPr>
            <p:spPr>
              <a:xfrm>
                <a:off x="1863838" y="3196834"/>
                <a:ext cx="367472" cy="1418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Arrow Connector 249">
                <a:extLst>
                  <a:ext uri="{FF2B5EF4-FFF2-40B4-BE49-F238E27FC236}">
                    <a16:creationId xmlns:a16="http://schemas.microsoft.com/office/drawing/2014/main" id="{285CB470-C048-538B-575A-54AC4174C210}"/>
                  </a:ext>
                </a:extLst>
              </p:cNvPr>
              <p:cNvCxnSpPr>
                <a:cxnSpLocks/>
                <a:stCxn id="98" idx="3"/>
                <a:endCxn id="223" idx="2"/>
              </p:cNvCxnSpPr>
              <p:nvPr/>
            </p:nvCxnSpPr>
            <p:spPr>
              <a:xfrm flipV="1">
                <a:off x="1902379" y="3625552"/>
                <a:ext cx="328931" cy="3398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Straight Arrow Connector 252">
                <a:extLst>
                  <a:ext uri="{FF2B5EF4-FFF2-40B4-BE49-F238E27FC236}">
                    <a16:creationId xmlns:a16="http://schemas.microsoft.com/office/drawing/2014/main" id="{9B591D73-E1AB-DB9C-6E1E-DF640EF36EB3}"/>
                  </a:ext>
                </a:extLst>
              </p:cNvPr>
              <p:cNvCxnSpPr>
                <a:cxnSpLocks/>
                <a:stCxn id="99" idx="3"/>
                <a:endCxn id="218" idx="2"/>
              </p:cNvCxnSpPr>
              <p:nvPr/>
            </p:nvCxnSpPr>
            <p:spPr>
              <a:xfrm>
                <a:off x="1904715" y="4061066"/>
                <a:ext cx="326596" cy="1911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Straight Arrow Connector 255">
                <a:extLst>
                  <a:ext uri="{FF2B5EF4-FFF2-40B4-BE49-F238E27FC236}">
                    <a16:creationId xmlns:a16="http://schemas.microsoft.com/office/drawing/2014/main" id="{798587C3-75E2-A725-FAEF-E17C672666B1}"/>
                  </a:ext>
                </a:extLst>
              </p:cNvPr>
              <p:cNvCxnSpPr>
                <a:cxnSpLocks/>
                <a:stCxn id="100" idx="3"/>
                <a:endCxn id="213" idx="0"/>
              </p:cNvCxnSpPr>
              <p:nvPr/>
            </p:nvCxnSpPr>
            <p:spPr>
              <a:xfrm>
                <a:off x="1861501" y="4484785"/>
                <a:ext cx="369809" cy="2011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Arrow Connector 258">
                <a:extLst>
                  <a:ext uri="{FF2B5EF4-FFF2-40B4-BE49-F238E27FC236}">
                    <a16:creationId xmlns:a16="http://schemas.microsoft.com/office/drawing/2014/main" id="{733A9176-366B-52E4-786F-834A24C2C1C1}"/>
                  </a:ext>
                </a:extLst>
              </p:cNvPr>
              <p:cNvCxnSpPr>
                <a:cxnSpLocks/>
                <a:stCxn id="101" idx="3"/>
                <a:endCxn id="208" idx="0"/>
              </p:cNvCxnSpPr>
              <p:nvPr/>
            </p:nvCxnSpPr>
            <p:spPr>
              <a:xfrm flipV="1">
                <a:off x="1861501" y="4921866"/>
                <a:ext cx="369809" cy="959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CBD9CF2C-4CBE-48CE-3B97-4605C6B888EA}"/>
                  </a:ext>
                </a:extLst>
              </p:cNvPr>
              <p:cNvSpPr txBox="1"/>
              <p:nvPr/>
            </p:nvSpPr>
            <p:spPr>
              <a:xfrm>
                <a:off x="450476" y="2146235"/>
                <a:ext cx="7960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 u="sng" dirty="0"/>
                  <a:t>Token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B842FAF0-55A3-9B5A-BA73-4760AD24890A}"/>
                  </a:ext>
                </a:extLst>
              </p:cNvPr>
              <p:cNvSpPr txBox="1"/>
              <p:nvPr/>
            </p:nvSpPr>
            <p:spPr>
              <a:xfrm>
                <a:off x="1312849" y="2146235"/>
                <a:ext cx="7657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b="1" u="sng" dirty="0"/>
                  <a:t>Label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4" name="TextBox 263">
                    <a:extLst>
                      <a:ext uri="{FF2B5EF4-FFF2-40B4-BE49-F238E27FC236}">
                        <a16:creationId xmlns:a16="http://schemas.microsoft.com/office/drawing/2014/main" id="{2FD58D37-AF37-5912-F472-322918E2C5B2}"/>
                      </a:ext>
                    </a:extLst>
                  </p:cNvPr>
                  <p:cNvSpPr txBox="1"/>
                  <p:nvPr/>
                </p:nvSpPr>
                <p:spPr>
                  <a:xfrm>
                    <a:off x="2337367" y="2141024"/>
                    <a:ext cx="40620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oMath>
                      </m:oMathPara>
                    </a14:m>
                    <a:endParaRPr lang="en-US" b="1" i="1" u="sng" dirty="0"/>
                  </a:p>
                </p:txBody>
              </p:sp>
            </mc:Choice>
            <mc:Fallback>
              <p:sp>
                <p:nvSpPr>
                  <p:cNvPr id="264" name="TextBox 263">
                    <a:extLst>
                      <a:ext uri="{FF2B5EF4-FFF2-40B4-BE49-F238E27FC236}">
                        <a16:creationId xmlns:a16="http://schemas.microsoft.com/office/drawing/2014/main" id="{2FD58D37-AF37-5912-F472-322918E2C5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37367" y="2141024"/>
                    <a:ext cx="406200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28215888-386D-DC69-E606-1C8DDD64CFB4}"/>
                  </a:ext>
                </a:extLst>
              </p:cNvPr>
              <p:cNvSpPr txBox="1"/>
              <p:nvPr/>
            </p:nvSpPr>
            <p:spPr>
              <a:xfrm>
                <a:off x="495574" y="5466114"/>
                <a:ext cx="1634550" cy="307777"/>
              </a:xfrm>
              <a:prstGeom prst="rect">
                <a:avLst/>
              </a:prstGeom>
              <a:noFill/>
            </p:spPr>
            <p:txBody>
              <a:bodyPr wrap="none" rtlCol="0" anchor="ctr">
                <a:spAutoFit/>
              </a:bodyPr>
              <a:lstStyle/>
              <a:p>
                <a:r>
                  <a:rPr lang="en-US" sz="1400" i="1" dirty="0"/>
                  <a:t>Embedding lookup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7" name="TextBox 266">
                    <a:extLst>
                      <a:ext uri="{FF2B5EF4-FFF2-40B4-BE49-F238E27FC236}">
                        <a16:creationId xmlns:a16="http://schemas.microsoft.com/office/drawing/2014/main" id="{833862C3-AA58-C298-9C41-8480D848AA0C}"/>
                      </a:ext>
                    </a:extLst>
                  </p:cNvPr>
                  <p:cNvSpPr txBox="1"/>
                  <p:nvPr/>
                </p:nvSpPr>
                <p:spPr>
                  <a:xfrm>
                    <a:off x="2477617" y="5127966"/>
                    <a:ext cx="1242584" cy="39036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  <m:sSub>
                            <m:sSub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𝑸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267" name="TextBox 266">
                    <a:extLst>
                      <a:ext uri="{FF2B5EF4-FFF2-40B4-BE49-F238E27FC236}">
                        <a16:creationId xmlns:a16="http://schemas.microsoft.com/office/drawing/2014/main" id="{833862C3-AA58-C298-9C41-8480D848AA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77617" y="5127966"/>
                    <a:ext cx="1242584" cy="39036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93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8" name="TextBox 267">
                    <a:extLst>
                      <a:ext uri="{FF2B5EF4-FFF2-40B4-BE49-F238E27FC236}">
                        <a16:creationId xmlns:a16="http://schemas.microsoft.com/office/drawing/2014/main" id="{E7F08113-28C7-8CCA-2D85-C06D35A856F8}"/>
                      </a:ext>
                    </a:extLst>
                  </p:cNvPr>
                  <p:cNvSpPr txBox="1"/>
                  <p:nvPr/>
                </p:nvSpPr>
                <p:spPr>
                  <a:xfrm>
                    <a:off x="4104169" y="1966112"/>
                    <a:ext cx="12570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  <m:sSub>
                            <m:sSub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𝑲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268" name="TextBox 267">
                    <a:extLst>
                      <a:ext uri="{FF2B5EF4-FFF2-40B4-BE49-F238E27FC236}">
                        <a16:creationId xmlns:a16="http://schemas.microsoft.com/office/drawing/2014/main" id="{E7F08113-28C7-8CCA-2D85-C06D35A856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04169" y="1966112"/>
                    <a:ext cx="1257011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64524627-6A4F-21BB-604B-888DFBEA7D52}"/>
                      </a:ext>
                    </a:extLst>
                  </p:cNvPr>
                  <p:cNvSpPr txBox="1"/>
                  <p:nvPr/>
                </p:nvSpPr>
                <p:spPr>
                  <a:xfrm>
                    <a:off x="2449583" y="1267934"/>
                    <a:ext cx="1099981" cy="73866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r"/>
                    <a:r>
                      <a:rPr lang="en-US" sz="1400" i="1" dirty="0"/>
                      <a:t>Embedding </a:t>
                    </a:r>
                  </a:p>
                  <a:p>
                    <a:pPr algn="r"/>
                    <a:r>
                      <a:rPr lang="en-US" sz="1400" i="1" dirty="0"/>
                      <a:t>dimension </a:t>
                    </a:r>
                  </a:p>
                  <a:p>
                    <a:pPr algn="r"/>
                    <a:r>
                      <a:rPr lang="en-US" sz="1400" i="1" dirty="0"/>
                      <a:t>= </a:t>
                    </a:r>
                    <a14:m>
                      <m:oMath xmlns:m="http://schemas.openxmlformats.org/officeDocument/2006/math">
                        <m:r>
                          <a:rPr lang="en-GB" sz="1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GB" sz="1400" b="0" i="1" baseline="-25000" smtClean="0">
                            <a:latin typeface="Cambria Math" panose="02040503050406030204" pitchFamily="18" charset="0"/>
                          </a:rPr>
                          <m:t>𝑚𝑜𝑑𝑒𝑙</m:t>
                        </m:r>
                      </m:oMath>
                    </a14:m>
                    <a:endParaRPr lang="en-US" sz="1400" i="1" baseline="-25000" dirty="0"/>
                  </a:p>
                </p:txBody>
              </p:sp>
            </mc:Choice>
            <mc:Fallback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64524627-6A4F-21BB-604B-888DFBEA7D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9583" y="1267934"/>
                    <a:ext cx="1099981" cy="73866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695" r="-1136" b="-1016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71" name="Curved Connector 270">
                <a:extLst>
                  <a:ext uri="{FF2B5EF4-FFF2-40B4-BE49-F238E27FC236}">
                    <a16:creationId xmlns:a16="http://schemas.microsoft.com/office/drawing/2014/main" id="{07D9BC3C-FDAA-0BD5-7496-FA32A2E08127}"/>
                  </a:ext>
                </a:extLst>
              </p:cNvPr>
              <p:cNvCxnSpPr>
                <a:stCxn id="266" idx="0"/>
                <a:endCxn id="208" idx="3"/>
              </p:cNvCxnSpPr>
              <p:nvPr/>
            </p:nvCxnSpPr>
            <p:spPr>
              <a:xfrm rot="5400000" flipH="1" flipV="1">
                <a:off x="1689250" y="4617325"/>
                <a:ext cx="472388" cy="1225190"/>
              </a:xfrm>
              <a:prstGeom prst="curvedConnector3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49FA1A4F-1F0E-20E5-545A-6CAC300C93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13678" y="5584971"/>
                    <a:ext cx="3486532" cy="90839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b="1" i="1" dirty="0"/>
                      <a:t>Attention Matrix = 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GB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sSup>
                                  <m:sSupPr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p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GB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</m:e>
                                      <m:sub>
                                        <m:r>
                                          <a:rPr lang="en-GB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</m:e>
                        </m:d>
                      </m:oMath>
                    </a14:m>
                    <a:endParaRPr lang="en-US" b="1" i="1" dirty="0"/>
                  </a:p>
                  <a:p>
                    <a:pPr algn="ctr"/>
                    <a14:m>
                      <m:oMath xmlns:m="http://schemas.openxmlformats.org/officeDocument/2006/math"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𝒋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𝒊𝒋</m:t>
                                </m:r>
                              </m:sub>
                            </m:sSub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GB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nary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b="1" i="1" dirty="0"/>
                      <a:t> </a:t>
                    </a:r>
                  </a:p>
                </p:txBody>
              </p:sp>
            </mc:Choice>
            <mc:Fallback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49FA1A4F-1F0E-20E5-545A-6CAC300C93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3678" y="5584971"/>
                    <a:ext cx="3486532" cy="90839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449" b="-630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CAC7FC8F-E715-D01A-0F0C-D9C8E180411B}"/>
                  </a:ext>
                </a:extLst>
              </p:cNvPr>
              <p:cNvSpPr txBox="1"/>
              <p:nvPr/>
            </p:nvSpPr>
            <p:spPr>
              <a:xfrm>
                <a:off x="6783583" y="308084"/>
                <a:ext cx="695254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Today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1C7FDB91-8B89-759F-F95B-4FD662EDC3B0}"/>
                  </a:ext>
                </a:extLst>
              </p:cNvPr>
              <p:cNvSpPr txBox="1"/>
              <p:nvPr/>
            </p:nvSpPr>
            <p:spPr>
              <a:xfrm>
                <a:off x="7407962" y="308084"/>
                <a:ext cx="29687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BDDD9F5B-6E30-4790-CC9A-E47AF6CC816F}"/>
                  </a:ext>
                </a:extLst>
              </p:cNvPr>
              <p:cNvSpPr txBox="1"/>
              <p:nvPr/>
            </p:nvSpPr>
            <p:spPr>
              <a:xfrm>
                <a:off x="7634714" y="308084"/>
                <a:ext cx="66274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looks</a:t>
                </a:r>
              </a:p>
            </p:txBody>
          </p: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59275E06-2056-F1DB-8C24-94612DE26113}"/>
                  </a:ext>
                </a:extLst>
              </p:cNvPr>
              <p:cNvSpPr txBox="1"/>
              <p:nvPr/>
            </p:nvSpPr>
            <p:spPr>
              <a:xfrm>
                <a:off x="8196956" y="308084"/>
                <a:ext cx="490712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like</a:t>
                </a: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F2F033A6-0732-CE83-5B19-62526A8262AA}"/>
                  </a:ext>
                </a:extLst>
              </p:cNvPr>
              <p:cNvSpPr txBox="1"/>
              <p:nvPr/>
            </p:nvSpPr>
            <p:spPr>
              <a:xfrm>
                <a:off x="8730088" y="308084"/>
                <a:ext cx="296876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it</a:t>
                </a:r>
              </a:p>
            </p:txBody>
          </p:sp>
          <p:sp>
            <p:nvSpPr>
              <p:cNvPr id="323" name="TextBox 322">
                <a:extLst>
                  <a:ext uri="{FF2B5EF4-FFF2-40B4-BE49-F238E27FC236}">
                    <a16:creationId xmlns:a16="http://schemas.microsoft.com/office/drawing/2014/main" id="{2F3ADC87-9B62-6414-6689-BBDF4C2B3E81}"/>
                  </a:ext>
                </a:extLst>
              </p:cNvPr>
              <p:cNvSpPr txBox="1"/>
              <p:nvPr/>
            </p:nvSpPr>
            <p:spPr>
              <a:xfrm>
                <a:off x="9080796" y="308084"/>
                <a:ext cx="486030" cy="310564"/>
              </a:xfrm>
              <a:prstGeom prst="rect">
                <a:avLst/>
              </a:prstGeom>
              <a:noFill/>
            </p:spPr>
            <p:txBody>
              <a:bodyPr wrap="none" bIns="18000" rtlCol="0">
                <a:spAutoFit/>
              </a:bodyPr>
              <a:lstStyle/>
              <a:p>
                <a:pPr algn="ctr"/>
                <a:r>
                  <a:rPr lang="en-US" sz="1600" i="1" dirty="0"/>
                  <a:t>will</a:t>
                </a:r>
              </a:p>
            </p:txBody>
          </p:sp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7154D0EE-A7FA-52D1-B8D8-64F7B62086D6}"/>
                  </a:ext>
                </a:extLst>
              </p:cNvPr>
              <p:cNvSpPr txBox="1"/>
              <p:nvPr/>
            </p:nvSpPr>
            <p:spPr>
              <a:xfrm>
                <a:off x="6834495" y="874884"/>
                <a:ext cx="593431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18449</a:t>
                </a: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03F01753-8AF6-34F4-B661-7B2D4E067720}"/>
                  </a:ext>
                </a:extLst>
              </p:cNvPr>
              <p:cNvSpPr txBox="1"/>
              <p:nvPr/>
            </p:nvSpPr>
            <p:spPr>
              <a:xfrm>
                <a:off x="7328737" y="874884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00809602-73FC-E3EB-7983-5A4BE2713475}"/>
                  </a:ext>
                </a:extLst>
              </p:cNvPr>
              <p:cNvSpPr txBox="1"/>
              <p:nvPr/>
            </p:nvSpPr>
            <p:spPr>
              <a:xfrm>
                <a:off x="7709381" y="874884"/>
                <a:ext cx="511679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8224</a:t>
                </a: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3CF0D406-24E9-DC76-1BF6-B2E943692FC8}"/>
                  </a:ext>
                </a:extLst>
              </p:cNvPr>
              <p:cNvSpPr txBox="1"/>
              <p:nvPr/>
            </p:nvSpPr>
            <p:spPr>
              <a:xfrm>
                <a:off x="8190102" y="874884"/>
                <a:ext cx="511679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1299</a:t>
                </a: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E717B65B-6FA7-49C4-FCC1-21AB1C786BBD}"/>
                  </a:ext>
                </a:extLst>
              </p:cNvPr>
              <p:cNvSpPr txBox="1"/>
              <p:nvPr/>
            </p:nvSpPr>
            <p:spPr>
              <a:xfrm>
                <a:off x="8658724" y="874884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480</a:t>
                </a:r>
              </a:p>
            </p:txBody>
          </p:sp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8C8E895-873D-E101-27BA-5AE16BCC173F}"/>
                  </a:ext>
                </a:extLst>
              </p:cNvPr>
              <p:cNvSpPr txBox="1"/>
              <p:nvPr/>
            </p:nvSpPr>
            <p:spPr>
              <a:xfrm>
                <a:off x="9101351" y="874884"/>
                <a:ext cx="429925" cy="221018"/>
              </a:xfrm>
              <a:prstGeom prst="rect">
                <a:avLst/>
              </a:prstGeom>
              <a:noFill/>
            </p:spPr>
            <p:txBody>
              <a:bodyPr wrap="none" tIns="18000" bIns="18000" rtlCol="0">
                <a:spAutoFit/>
              </a:bodyPr>
              <a:lstStyle/>
              <a:p>
                <a:pPr algn="ctr"/>
                <a:r>
                  <a:rPr lang="en-US" sz="1200" dirty="0"/>
                  <a:t>738</a:t>
                </a:r>
              </a:p>
            </p:txBody>
          </p:sp>
          <p:cxnSp>
            <p:nvCxnSpPr>
              <p:cNvPr id="330" name="Straight Arrow Connector 329">
                <a:extLst>
                  <a:ext uri="{FF2B5EF4-FFF2-40B4-BE49-F238E27FC236}">
                    <a16:creationId xmlns:a16="http://schemas.microsoft.com/office/drawing/2014/main" id="{05D48E46-6D81-2DF9-2F57-7DCD31DC46A3}"/>
                  </a:ext>
                </a:extLst>
              </p:cNvPr>
              <p:cNvCxnSpPr>
                <a:stCxn id="318" idx="2"/>
                <a:endCxn id="324" idx="0"/>
              </p:cNvCxnSpPr>
              <p:nvPr/>
            </p:nvCxnSpPr>
            <p:spPr>
              <a:xfrm>
                <a:off x="7131210" y="618648"/>
                <a:ext cx="1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Arrow Connector 330">
                <a:extLst>
                  <a:ext uri="{FF2B5EF4-FFF2-40B4-BE49-F238E27FC236}">
                    <a16:creationId xmlns:a16="http://schemas.microsoft.com/office/drawing/2014/main" id="{7FBD6CE5-8B9A-1153-1DFB-A641A08391C9}"/>
                  </a:ext>
                </a:extLst>
              </p:cNvPr>
              <p:cNvCxnSpPr/>
              <p:nvPr/>
            </p:nvCxnSpPr>
            <p:spPr>
              <a:xfrm>
                <a:off x="7548040" y="605998"/>
                <a:ext cx="0" cy="26888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Arrow Connector 331">
                <a:extLst>
                  <a:ext uri="{FF2B5EF4-FFF2-40B4-BE49-F238E27FC236}">
                    <a16:creationId xmlns:a16="http://schemas.microsoft.com/office/drawing/2014/main" id="{1C081A87-095B-CCA5-91DF-64D58BBD1902}"/>
                  </a:ext>
                </a:extLst>
              </p:cNvPr>
              <p:cNvCxnSpPr>
                <a:cxnSpLocks/>
                <a:stCxn id="320" idx="2"/>
                <a:endCxn id="326" idx="0"/>
              </p:cNvCxnSpPr>
              <p:nvPr/>
            </p:nvCxnSpPr>
            <p:spPr>
              <a:xfrm flipH="1">
                <a:off x="7965221" y="618648"/>
                <a:ext cx="866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Arrow Connector 332">
                <a:extLst>
                  <a:ext uri="{FF2B5EF4-FFF2-40B4-BE49-F238E27FC236}">
                    <a16:creationId xmlns:a16="http://schemas.microsoft.com/office/drawing/2014/main" id="{FAA7D30D-98E1-78C3-1970-89946D55E298}"/>
                  </a:ext>
                </a:extLst>
              </p:cNvPr>
              <p:cNvCxnSpPr>
                <a:cxnSpLocks/>
                <a:stCxn id="321" idx="2"/>
                <a:endCxn id="327" idx="0"/>
              </p:cNvCxnSpPr>
              <p:nvPr/>
            </p:nvCxnSpPr>
            <p:spPr>
              <a:xfrm>
                <a:off x="8442312" y="618648"/>
                <a:ext cx="3630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Arrow Connector 333">
                <a:extLst>
                  <a:ext uri="{FF2B5EF4-FFF2-40B4-BE49-F238E27FC236}">
                    <a16:creationId xmlns:a16="http://schemas.microsoft.com/office/drawing/2014/main" id="{F7E98D45-32AF-B062-73B3-859A89605E7A}"/>
                  </a:ext>
                </a:extLst>
              </p:cNvPr>
              <p:cNvCxnSpPr>
                <a:cxnSpLocks/>
                <a:stCxn id="322" idx="2"/>
                <a:endCxn id="328" idx="0"/>
              </p:cNvCxnSpPr>
              <p:nvPr/>
            </p:nvCxnSpPr>
            <p:spPr>
              <a:xfrm flipH="1">
                <a:off x="8873687" y="618648"/>
                <a:ext cx="4839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Straight Arrow Connector 334">
                <a:extLst>
                  <a:ext uri="{FF2B5EF4-FFF2-40B4-BE49-F238E27FC236}">
                    <a16:creationId xmlns:a16="http://schemas.microsoft.com/office/drawing/2014/main" id="{FE536005-E0D5-185B-2F99-19461A6D9BDD}"/>
                  </a:ext>
                </a:extLst>
              </p:cNvPr>
              <p:cNvCxnSpPr>
                <a:cxnSpLocks/>
                <a:stCxn id="323" idx="2"/>
                <a:endCxn id="329" idx="0"/>
              </p:cNvCxnSpPr>
              <p:nvPr/>
            </p:nvCxnSpPr>
            <p:spPr>
              <a:xfrm flipH="1">
                <a:off x="9316314" y="618648"/>
                <a:ext cx="7497" cy="256236"/>
              </a:xfrm>
              <a:prstGeom prst="straightConnector1">
                <a:avLst/>
              </a:prstGeom>
              <a:ln w="28575">
                <a:solidFill>
                  <a:schemeClr val="accent2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29E3CA69-6435-CA5B-DB4E-846A9547BF32}"/>
                  </a:ext>
                </a:extLst>
              </p:cNvPr>
              <p:cNvGrpSpPr/>
              <p:nvPr/>
            </p:nvGrpSpPr>
            <p:grpSpPr>
              <a:xfrm>
                <a:off x="7059350" y="1353738"/>
                <a:ext cx="2328824" cy="613459"/>
                <a:chOff x="3615479" y="1317350"/>
                <a:chExt cx="2328824" cy="613459"/>
              </a:xfrm>
            </p:grpSpPr>
            <p:grpSp>
              <p:nvGrpSpPr>
                <p:cNvPr id="337" name="Group 336">
                  <a:extLst>
                    <a:ext uri="{FF2B5EF4-FFF2-40B4-BE49-F238E27FC236}">
                      <a16:creationId xmlns:a16="http://schemas.microsoft.com/office/drawing/2014/main" id="{6A87BA25-D990-7145-25BF-F09514598EE5}"/>
                    </a:ext>
                  </a:extLst>
                </p:cNvPr>
                <p:cNvGrpSpPr/>
                <p:nvPr/>
              </p:nvGrpSpPr>
              <p:grpSpPr>
                <a:xfrm>
                  <a:off x="3615479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68" name="Rounded Rectangle 367">
                    <a:extLst>
                      <a:ext uri="{FF2B5EF4-FFF2-40B4-BE49-F238E27FC236}">
                        <a16:creationId xmlns:a16="http://schemas.microsoft.com/office/drawing/2014/main" id="{971412E6-7C95-183A-E076-7046D6180168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9" name="Oval 368">
                    <a:extLst>
                      <a:ext uri="{FF2B5EF4-FFF2-40B4-BE49-F238E27FC236}">
                        <a16:creationId xmlns:a16="http://schemas.microsoft.com/office/drawing/2014/main" id="{AE8DB336-892F-C5FB-F114-1400C1CAC098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0" name="Oval 369">
                    <a:extLst>
                      <a:ext uri="{FF2B5EF4-FFF2-40B4-BE49-F238E27FC236}">
                        <a16:creationId xmlns:a16="http://schemas.microsoft.com/office/drawing/2014/main" id="{780B19F8-D5F9-E6ED-436F-B258B13E17D3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1" name="Oval 370">
                    <a:extLst>
                      <a:ext uri="{FF2B5EF4-FFF2-40B4-BE49-F238E27FC236}">
                        <a16:creationId xmlns:a16="http://schemas.microsoft.com/office/drawing/2014/main" id="{F0F57CC6-8679-98D1-25DD-80BB58F69098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2" name="Oval 371">
                    <a:extLst>
                      <a:ext uri="{FF2B5EF4-FFF2-40B4-BE49-F238E27FC236}">
                        <a16:creationId xmlns:a16="http://schemas.microsoft.com/office/drawing/2014/main" id="{D1F1BD7A-CAA9-316B-DE90-728A4CC30B2B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8" name="Group 337">
                  <a:extLst>
                    <a:ext uri="{FF2B5EF4-FFF2-40B4-BE49-F238E27FC236}">
                      <a16:creationId xmlns:a16="http://schemas.microsoft.com/office/drawing/2014/main" id="{6A84BBC2-243F-10DD-D066-77B1BA89E78C}"/>
                    </a:ext>
                  </a:extLst>
                </p:cNvPr>
                <p:cNvGrpSpPr/>
                <p:nvPr/>
              </p:nvGrpSpPr>
              <p:grpSpPr>
                <a:xfrm>
                  <a:off x="4024071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63" name="Rounded Rectangle 362">
                    <a:extLst>
                      <a:ext uri="{FF2B5EF4-FFF2-40B4-BE49-F238E27FC236}">
                        <a16:creationId xmlns:a16="http://schemas.microsoft.com/office/drawing/2014/main" id="{3033DA98-C6B8-A19E-3611-072FE8A6350B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4" name="Oval 363">
                    <a:extLst>
                      <a:ext uri="{FF2B5EF4-FFF2-40B4-BE49-F238E27FC236}">
                        <a16:creationId xmlns:a16="http://schemas.microsoft.com/office/drawing/2014/main" id="{9665BBE2-0EB3-C269-CCD8-3877B9E763C4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5" name="Oval 364">
                    <a:extLst>
                      <a:ext uri="{FF2B5EF4-FFF2-40B4-BE49-F238E27FC236}">
                        <a16:creationId xmlns:a16="http://schemas.microsoft.com/office/drawing/2014/main" id="{7A934A62-2B36-ED91-2210-55A4FD66522E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6" name="Oval 365">
                    <a:extLst>
                      <a:ext uri="{FF2B5EF4-FFF2-40B4-BE49-F238E27FC236}">
                        <a16:creationId xmlns:a16="http://schemas.microsoft.com/office/drawing/2014/main" id="{23ACBAF3-971D-9E7C-5B17-614C063E62F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7" name="Oval 366">
                    <a:extLst>
                      <a:ext uri="{FF2B5EF4-FFF2-40B4-BE49-F238E27FC236}">
                        <a16:creationId xmlns:a16="http://schemas.microsoft.com/office/drawing/2014/main" id="{74384299-B67E-1166-8B4C-460D0990D407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39" name="Group 338">
                  <a:extLst>
                    <a:ext uri="{FF2B5EF4-FFF2-40B4-BE49-F238E27FC236}">
                      <a16:creationId xmlns:a16="http://schemas.microsoft.com/office/drawing/2014/main" id="{A5AF13B0-7E3F-70A2-A3C4-9FB3BFD32620}"/>
                    </a:ext>
                  </a:extLst>
                </p:cNvPr>
                <p:cNvGrpSpPr/>
                <p:nvPr/>
              </p:nvGrpSpPr>
              <p:grpSpPr>
                <a:xfrm rot="10800000">
                  <a:off x="4451370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58" name="Rounded Rectangle 357">
                    <a:extLst>
                      <a:ext uri="{FF2B5EF4-FFF2-40B4-BE49-F238E27FC236}">
                        <a16:creationId xmlns:a16="http://schemas.microsoft.com/office/drawing/2014/main" id="{2D1019E6-D791-49C1-7079-15FC29DD2B06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9" name="Oval 358">
                    <a:extLst>
                      <a:ext uri="{FF2B5EF4-FFF2-40B4-BE49-F238E27FC236}">
                        <a16:creationId xmlns:a16="http://schemas.microsoft.com/office/drawing/2014/main" id="{E7995A5E-0B49-5142-F26B-5214EE052978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0" name="Oval 359">
                    <a:extLst>
                      <a:ext uri="{FF2B5EF4-FFF2-40B4-BE49-F238E27FC236}">
                        <a16:creationId xmlns:a16="http://schemas.microsoft.com/office/drawing/2014/main" id="{2742C815-1824-964E-4E21-10124C974BD0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1" name="Oval 360">
                    <a:extLst>
                      <a:ext uri="{FF2B5EF4-FFF2-40B4-BE49-F238E27FC236}">
                        <a16:creationId xmlns:a16="http://schemas.microsoft.com/office/drawing/2014/main" id="{33DAB8A8-006B-491B-9D60-873DD096A758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2" name="Oval 361">
                    <a:extLst>
                      <a:ext uri="{FF2B5EF4-FFF2-40B4-BE49-F238E27FC236}">
                        <a16:creationId xmlns:a16="http://schemas.microsoft.com/office/drawing/2014/main" id="{906463AC-81C5-E2B5-4F8A-418C858AD2B7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0" name="Group 339">
                  <a:extLst>
                    <a:ext uri="{FF2B5EF4-FFF2-40B4-BE49-F238E27FC236}">
                      <a16:creationId xmlns:a16="http://schemas.microsoft.com/office/drawing/2014/main" id="{6DFE8F27-A1F4-F604-1745-53BDF0BCE33A}"/>
                    </a:ext>
                  </a:extLst>
                </p:cNvPr>
                <p:cNvGrpSpPr/>
                <p:nvPr/>
              </p:nvGrpSpPr>
              <p:grpSpPr>
                <a:xfrm rot="10800000">
                  <a:off x="4926580" y="1317351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53" name="Rounded Rectangle 352">
                    <a:extLst>
                      <a:ext uri="{FF2B5EF4-FFF2-40B4-BE49-F238E27FC236}">
                        <a16:creationId xmlns:a16="http://schemas.microsoft.com/office/drawing/2014/main" id="{747B4546-06F8-51A9-F519-71D454001A52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4" name="Oval 353">
                    <a:extLst>
                      <a:ext uri="{FF2B5EF4-FFF2-40B4-BE49-F238E27FC236}">
                        <a16:creationId xmlns:a16="http://schemas.microsoft.com/office/drawing/2014/main" id="{B5515EEA-843F-F94F-7B14-1DDFE48F065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5" name="Oval 354">
                    <a:extLst>
                      <a:ext uri="{FF2B5EF4-FFF2-40B4-BE49-F238E27FC236}">
                        <a16:creationId xmlns:a16="http://schemas.microsoft.com/office/drawing/2014/main" id="{039EFDD1-3EBC-EE7B-2847-351778BF383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6" name="Oval 355">
                    <a:extLst>
                      <a:ext uri="{FF2B5EF4-FFF2-40B4-BE49-F238E27FC236}">
                        <a16:creationId xmlns:a16="http://schemas.microsoft.com/office/drawing/2014/main" id="{8875C529-0620-93BA-4E54-DD0E48BA32A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7" name="Oval 356">
                    <a:extLst>
                      <a:ext uri="{FF2B5EF4-FFF2-40B4-BE49-F238E27FC236}">
                        <a16:creationId xmlns:a16="http://schemas.microsoft.com/office/drawing/2014/main" id="{FAF22A87-53CD-AE0C-B960-215C56895B2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20000"/>
                      <a:lumOff val="8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1" name="Group 340">
                  <a:extLst>
                    <a:ext uri="{FF2B5EF4-FFF2-40B4-BE49-F238E27FC236}">
                      <a16:creationId xmlns:a16="http://schemas.microsoft.com/office/drawing/2014/main" id="{280F5997-B977-4EDC-0BD2-081F0F773C7F}"/>
                    </a:ext>
                  </a:extLst>
                </p:cNvPr>
                <p:cNvGrpSpPr/>
                <p:nvPr/>
              </p:nvGrpSpPr>
              <p:grpSpPr>
                <a:xfrm>
                  <a:off x="5357956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48" name="Rounded Rectangle 347">
                    <a:extLst>
                      <a:ext uri="{FF2B5EF4-FFF2-40B4-BE49-F238E27FC236}">
                        <a16:creationId xmlns:a16="http://schemas.microsoft.com/office/drawing/2014/main" id="{2CCE9989-C037-5E88-658C-8F906C3087A0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9" name="Oval 348">
                    <a:extLst>
                      <a:ext uri="{FF2B5EF4-FFF2-40B4-BE49-F238E27FC236}">
                        <a16:creationId xmlns:a16="http://schemas.microsoft.com/office/drawing/2014/main" id="{1DA225B1-EA46-1339-8CA6-EDF063B5EC5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0" name="Oval 349">
                    <a:extLst>
                      <a:ext uri="{FF2B5EF4-FFF2-40B4-BE49-F238E27FC236}">
                        <a16:creationId xmlns:a16="http://schemas.microsoft.com/office/drawing/2014/main" id="{6B37B920-4089-C3F3-FD5E-BA108717DAA3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1" name="Oval 350">
                    <a:extLst>
                      <a:ext uri="{FF2B5EF4-FFF2-40B4-BE49-F238E27FC236}">
                        <a16:creationId xmlns:a16="http://schemas.microsoft.com/office/drawing/2014/main" id="{DF340056-32D9-97E5-5E74-0890BF1334E4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52" name="Oval 351">
                    <a:extLst>
                      <a:ext uri="{FF2B5EF4-FFF2-40B4-BE49-F238E27FC236}">
                        <a16:creationId xmlns:a16="http://schemas.microsoft.com/office/drawing/2014/main" id="{6F8C3D87-C9EE-4EA5-7428-0E5826EA1523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2" name="Group 341">
                  <a:extLst>
                    <a:ext uri="{FF2B5EF4-FFF2-40B4-BE49-F238E27FC236}">
                      <a16:creationId xmlns:a16="http://schemas.microsoft.com/office/drawing/2014/main" id="{8CA0EA76-1FA0-C0E7-4588-B759C8873B3D}"/>
                    </a:ext>
                  </a:extLst>
                </p:cNvPr>
                <p:cNvGrpSpPr/>
                <p:nvPr/>
              </p:nvGrpSpPr>
              <p:grpSpPr>
                <a:xfrm>
                  <a:off x="5800583" y="1317350"/>
                  <a:ext cx="143720" cy="613458"/>
                  <a:chOff x="6604322" y="1325301"/>
                  <a:chExt cx="143720" cy="613458"/>
                </a:xfrm>
              </p:grpSpPr>
              <p:sp>
                <p:nvSpPr>
                  <p:cNvPr id="343" name="Rounded Rectangle 342">
                    <a:extLst>
                      <a:ext uri="{FF2B5EF4-FFF2-40B4-BE49-F238E27FC236}">
                        <a16:creationId xmlns:a16="http://schemas.microsoft.com/office/drawing/2014/main" id="{7DB4D00B-C07B-34AD-5A17-C7E90DCCA8B2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613458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4" name="Oval 343">
                    <a:extLst>
                      <a:ext uri="{FF2B5EF4-FFF2-40B4-BE49-F238E27FC236}">
                        <a16:creationId xmlns:a16="http://schemas.microsoft.com/office/drawing/2014/main" id="{B7E4400A-F176-2F00-BF40-2CAF9C78719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5" name="Oval 344">
                    <a:extLst>
                      <a:ext uri="{FF2B5EF4-FFF2-40B4-BE49-F238E27FC236}">
                        <a16:creationId xmlns:a16="http://schemas.microsoft.com/office/drawing/2014/main" id="{27E41D1E-C631-351A-9F57-DC6AD37D5A0F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6" name="Oval 345">
                    <a:extLst>
                      <a:ext uri="{FF2B5EF4-FFF2-40B4-BE49-F238E27FC236}">
                        <a16:creationId xmlns:a16="http://schemas.microsoft.com/office/drawing/2014/main" id="{F60CF855-1754-DF0D-34A3-1CBDA0D134E4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47" name="Oval 346">
                    <a:extLst>
                      <a:ext uri="{FF2B5EF4-FFF2-40B4-BE49-F238E27FC236}">
                        <a16:creationId xmlns:a16="http://schemas.microsoft.com/office/drawing/2014/main" id="{35EBC5E8-0B87-AD49-B3E2-289D30554744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5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cxnSp>
            <p:nvCxnSpPr>
              <p:cNvPr id="373" name="Straight Arrow Connector 372">
                <a:extLst>
                  <a:ext uri="{FF2B5EF4-FFF2-40B4-BE49-F238E27FC236}">
                    <a16:creationId xmlns:a16="http://schemas.microsoft.com/office/drawing/2014/main" id="{E000404D-054E-57CD-9307-6D4BFA37BEFF}"/>
                  </a:ext>
                </a:extLst>
              </p:cNvPr>
              <p:cNvCxnSpPr>
                <a:cxnSpLocks/>
                <a:stCxn id="324" idx="2"/>
                <a:endCxn id="368" idx="0"/>
              </p:cNvCxnSpPr>
              <p:nvPr/>
            </p:nvCxnSpPr>
            <p:spPr>
              <a:xfrm flipH="1">
                <a:off x="7131210" y="1095902"/>
                <a:ext cx="1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Straight Arrow Connector 373">
                <a:extLst>
                  <a:ext uri="{FF2B5EF4-FFF2-40B4-BE49-F238E27FC236}">
                    <a16:creationId xmlns:a16="http://schemas.microsoft.com/office/drawing/2014/main" id="{E781CE70-1FE4-BA9F-E8DC-05E6CA42E868}"/>
                  </a:ext>
                </a:extLst>
              </p:cNvPr>
              <p:cNvCxnSpPr>
                <a:cxnSpLocks/>
                <a:stCxn id="325" idx="2"/>
                <a:endCxn id="363" idx="0"/>
              </p:cNvCxnSpPr>
              <p:nvPr/>
            </p:nvCxnSpPr>
            <p:spPr>
              <a:xfrm flipH="1">
                <a:off x="7539802" y="1095902"/>
                <a:ext cx="3898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Straight Arrow Connector 374">
                <a:extLst>
                  <a:ext uri="{FF2B5EF4-FFF2-40B4-BE49-F238E27FC236}">
                    <a16:creationId xmlns:a16="http://schemas.microsoft.com/office/drawing/2014/main" id="{AE768263-7B36-EFE8-F2CE-7A237F1D428D}"/>
                  </a:ext>
                </a:extLst>
              </p:cNvPr>
              <p:cNvCxnSpPr>
                <a:cxnSpLocks/>
                <a:stCxn id="326" idx="2"/>
                <a:endCxn id="358" idx="2"/>
              </p:cNvCxnSpPr>
              <p:nvPr/>
            </p:nvCxnSpPr>
            <p:spPr>
              <a:xfrm>
                <a:off x="7965221" y="1095902"/>
                <a:ext cx="188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Straight Arrow Connector 375">
                <a:extLst>
                  <a:ext uri="{FF2B5EF4-FFF2-40B4-BE49-F238E27FC236}">
                    <a16:creationId xmlns:a16="http://schemas.microsoft.com/office/drawing/2014/main" id="{DA36B703-AAF5-85A0-3F1B-FF08AD9E4CBC}"/>
                  </a:ext>
                </a:extLst>
              </p:cNvPr>
              <p:cNvCxnSpPr>
                <a:cxnSpLocks/>
                <a:stCxn id="327" idx="2"/>
                <a:endCxn id="353" idx="2"/>
              </p:cNvCxnSpPr>
              <p:nvPr/>
            </p:nvCxnSpPr>
            <p:spPr>
              <a:xfrm flipH="1">
                <a:off x="8442311" y="1095902"/>
                <a:ext cx="3631" cy="257837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061060CF-2408-F213-8E72-6EC82D12842D}"/>
                  </a:ext>
                </a:extLst>
              </p:cNvPr>
              <p:cNvCxnSpPr>
                <a:cxnSpLocks/>
                <a:stCxn id="328" idx="2"/>
                <a:endCxn id="348" idx="0"/>
              </p:cNvCxnSpPr>
              <p:nvPr/>
            </p:nvCxnSpPr>
            <p:spPr>
              <a:xfrm>
                <a:off x="8873687" y="1095902"/>
                <a:ext cx="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8" name="Straight Arrow Connector 377">
                <a:extLst>
                  <a:ext uri="{FF2B5EF4-FFF2-40B4-BE49-F238E27FC236}">
                    <a16:creationId xmlns:a16="http://schemas.microsoft.com/office/drawing/2014/main" id="{6F3F8A6F-969E-08F0-B75C-EDE2E062FB8E}"/>
                  </a:ext>
                </a:extLst>
              </p:cNvPr>
              <p:cNvCxnSpPr>
                <a:cxnSpLocks/>
                <a:stCxn id="329" idx="2"/>
                <a:endCxn id="343" idx="0"/>
              </p:cNvCxnSpPr>
              <p:nvPr/>
            </p:nvCxnSpPr>
            <p:spPr>
              <a:xfrm>
                <a:off x="9316314" y="1095902"/>
                <a:ext cx="0" cy="257836"/>
              </a:xfrm>
              <a:prstGeom prst="straightConnector1">
                <a:avLst/>
              </a:prstGeom>
              <a:ln w="28575">
                <a:solidFill>
                  <a:schemeClr val="accent3"/>
                </a:solidFill>
                <a:tailEnd type="triangle" w="lg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9" name="Right Brace 378">
                <a:extLst>
                  <a:ext uri="{FF2B5EF4-FFF2-40B4-BE49-F238E27FC236}">
                    <a16:creationId xmlns:a16="http://schemas.microsoft.com/office/drawing/2014/main" id="{3CA2DB7A-FBC4-FD22-30FA-F3A3784E0CAE}"/>
                  </a:ext>
                </a:extLst>
              </p:cNvPr>
              <p:cNvSpPr/>
              <p:nvPr/>
            </p:nvSpPr>
            <p:spPr>
              <a:xfrm rot="5400000">
                <a:off x="7952324" y="1087149"/>
                <a:ext cx="462727" cy="2418679"/>
              </a:xfrm>
              <a:prstGeom prst="rightBrace">
                <a:avLst>
                  <a:gd name="adj1" fmla="val 8333"/>
                  <a:gd name="adj2" fmla="val 88951"/>
                </a:avLst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9EDAE46A-95C4-0E9A-8AE5-87AD6A02B5E5}"/>
                      </a:ext>
                    </a:extLst>
                  </p:cNvPr>
                  <p:cNvSpPr txBox="1"/>
                  <p:nvPr/>
                </p:nvSpPr>
                <p:spPr>
                  <a:xfrm>
                    <a:off x="7322971" y="1966112"/>
                    <a:ext cx="12089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𝑯</m:t>
                          </m:r>
                          <m:sSub>
                            <m:sSub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𝑽</m:t>
                              </m:r>
                            </m:sub>
                          </m:sSub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380" name="TextBox 379">
                    <a:extLst>
                      <a:ext uri="{FF2B5EF4-FFF2-40B4-BE49-F238E27FC236}">
                        <a16:creationId xmlns:a16="http://schemas.microsoft.com/office/drawing/2014/main" id="{9EDAE46A-95C4-0E9A-8AE5-87AD6A02B5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2971" y="1966112"/>
                    <a:ext cx="120892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17" name="Group 416">
                <a:extLst>
                  <a:ext uri="{FF2B5EF4-FFF2-40B4-BE49-F238E27FC236}">
                    <a16:creationId xmlns:a16="http://schemas.microsoft.com/office/drawing/2014/main" id="{1622D6B2-DC3E-0BE5-C996-1573CE9B4E05}"/>
                  </a:ext>
                </a:extLst>
              </p:cNvPr>
              <p:cNvGrpSpPr/>
              <p:nvPr/>
            </p:nvGrpSpPr>
            <p:grpSpPr>
              <a:xfrm>
                <a:off x="7099620" y="2663427"/>
                <a:ext cx="343341" cy="2298597"/>
                <a:chOff x="7098804" y="2692857"/>
                <a:chExt cx="343341" cy="2298597"/>
              </a:xfrm>
            </p:grpSpPr>
            <p:grpSp>
              <p:nvGrpSpPr>
                <p:cNvPr id="381" name="Group 380">
                  <a:extLst>
                    <a:ext uri="{FF2B5EF4-FFF2-40B4-BE49-F238E27FC236}">
                      <a16:creationId xmlns:a16="http://schemas.microsoft.com/office/drawing/2014/main" id="{4F49A626-D9F5-B8DD-D35E-AF4159D84352}"/>
                    </a:ext>
                  </a:extLst>
                </p:cNvPr>
                <p:cNvGrpSpPr/>
                <p:nvPr/>
              </p:nvGrpSpPr>
              <p:grpSpPr>
                <a:xfrm rot="16200000" flipH="1">
                  <a:off x="7198614" y="2593047"/>
                  <a:ext cx="143720" cy="343340"/>
                  <a:chOff x="6604322" y="1325301"/>
                  <a:chExt cx="143720" cy="343340"/>
                </a:xfrm>
              </p:grpSpPr>
              <p:sp>
                <p:nvSpPr>
                  <p:cNvPr id="382" name="Rounded Rectangle 381">
                    <a:extLst>
                      <a:ext uri="{FF2B5EF4-FFF2-40B4-BE49-F238E27FC236}">
                        <a16:creationId xmlns:a16="http://schemas.microsoft.com/office/drawing/2014/main" id="{45707485-3120-CB4E-AA05-3C0D4A241943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3" name="Oval 382">
                    <a:extLst>
                      <a:ext uri="{FF2B5EF4-FFF2-40B4-BE49-F238E27FC236}">
                        <a16:creationId xmlns:a16="http://schemas.microsoft.com/office/drawing/2014/main" id="{5DEB76E9-B211-809B-6510-6D269111BD15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4" name="Oval 383">
                    <a:extLst>
                      <a:ext uri="{FF2B5EF4-FFF2-40B4-BE49-F238E27FC236}">
                        <a16:creationId xmlns:a16="http://schemas.microsoft.com/office/drawing/2014/main" id="{F0EA7489-622C-02EC-2A70-0E04351523A7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87" name="Group 386">
                  <a:extLst>
                    <a:ext uri="{FF2B5EF4-FFF2-40B4-BE49-F238E27FC236}">
                      <a16:creationId xmlns:a16="http://schemas.microsoft.com/office/drawing/2014/main" id="{253292E8-3250-C0C9-9844-DBDED65F652A}"/>
                    </a:ext>
                  </a:extLst>
                </p:cNvPr>
                <p:cNvGrpSpPr/>
                <p:nvPr/>
              </p:nvGrpSpPr>
              <p:grpSpPr>
                <a:xfrm rot="16200000" flipH="1">
                  <a:off x="7198614" y="3024310"/>
                  <a:ext cx="143720" cy="343340"/>
                  <a:chOff x="6604322" y="1325301"/>
                  <a:chExt cx="143720" cy="343340"/>
                </a:xfrm>
              </p:grpSpPr>
              <p:sp>
                <p:nvSpPr>
                  <p:cNvPr id="388" name="Rounded Rectangle 387">
                    <a:extLst>
                      <a:ext uri="{FF2B5EF4-FFF2-40B4-BE49-F238E27FC236}">
                        <a16:creationId xmlns:a16="http://schemas.microsoft.com/office/drawing/2014/main" id="{01D591F6-774A-A41E-0277-9EA3D6A6B991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89" name="Oval 388">
                    <a:extLst>
                      <a:ext uri="{FF2B5EF4-FFF2-40B4-BE49-F238E27FC236}">
                        <a16:creationId xmlns:a16="http://schemas.microsoft.com/office/drawing/2014/main" id="{A2718E03-F82E-5854-F7DA-0EFE032EEC57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0" name="Oval 389">
                    <a:extLst>
                      <a:ext uri="{FF2B5EF4-FFF2-40B4-BE49-F238E27FC236}">
                        <a16:creationId xmlns:a16="http://schemas.microsoft.com/office/drawing/2014/main" id="{8F479F61-841B-730A-2843-DC0949F6A6D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3" name="Group 392">
                  <a:extLst>
                    <a:ext uri="{FF2B5EF4-FFF2-40B4-BE49-F238E27FC236}">
                      <a16:creationId xmlns:a16="http://schemas.microsoft.com/office/drawing/2014/main" id="{A53ACE86-BFE3-0419-BAB0-0BCB18A2D936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7198614" y="3451610"/>
                  <a:ext cx="143720" cy="343340"/>
                  <a:chOff x="6604322" y="1595419"/>
                  <a:chExt cx="143720" cy="343340"/>
                </a:xfrm>
              </p:grpSpPr>
              <p:sp>
                <p:nvSpPr>
                  <p:cNvPr id="394" name="Rounded Rectangle 393">
                    <a:extLst>
                      <a:ext uri="{FF2B5EF4-FFF2-40B4-BE49-F238E27FC236}">
                        <a16:creationId xmlns:a16="http://schemas.microsoft.com/office/drawing/2014/main" id="{51782E21-614D-0AB9-3D7D-DC40F1726AE1}"/>
                      </a:ext>
                    </a:extLst>
                  </p:cNvPr>
                  <p:cNvSpPr/>
                  <p:nvPr/>
                </p:nvSpPr>
                <p:spPr>
                  <a:xfrm>
                    <a:off x="6604322" y="1595419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7" name="Oval 396">
                    <a:extLst>
                      <a:ext uri="{FF2B5EF4-FFF2-40B4-BE49-F238E27FC236}">
                        <a16:creationId xmlns:a16="http://schemas.microsoft.com/office/drawing/2014/main" id="{96EC79D0-AE11-F8CB-4F4F-10DF76CF29E7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98" name="Oval 397">
                    <a:extLst>
                      <a:ext uri="{FF2B5EF4-FFF2-40B4-BE49-F238E27FC236}">
                        <a16:creationId xmlns:a16="http://schemas.microsoft.com/office/drawing/2014/main" id="{6AF8CE48-3722-EF81-904C-0766D8F23BB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99" name="Group 398">
                  <a:extLst>
                    <a:ext uri="{FF2B5EF4-FFF2-40B4-BE49-F238E27FC236}">
                      <a16:creationId xmlns:a16="http://schemas.microsoft.com/office/drawing/2014/main" id="{D8C2B2FE-68D1-3F8A-6B87-A84AC202C516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7198615" y="3889035"/>
                  <a:ext cx="143720" cy="343340"/>
                  <a:chOff x="6604322" y="1595419"/>
                  <a:chExt cx="143720" cy="343340"/>
                </a:xfrm>
              </p:grpSpPr>
              <p:sp>
                <p:nvSpPr>
                  <p:cNvPr id="400" name="Rounded Rectangle 399">
                    <a:extLst>
                      <a:ext uri="{FF2B5EF4-FFF2-40B4-BE49-F238E27FC236}">
                        <a16:creationId xmlns:a16="http://schemas.microsoft.com/office/drawing/2014/main" id="{5D4CB246-C16E-71BE-A58C-C0F8F49D2D75}"/>
                      </a:ext>
                    </a:extLst>
                  </p:cNvPr>
                  <p:cNvSpPr/>
                  <p:nvPr/>
                </p:nvSpPr>
                <p:spPr>
                  <a:xfrm>
                    <a:off x="6604322" y="1595419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3" name="Oval 402">
                    <a:extLst>
                      <a:ext uri="{FF2B5EF4-FFF2-40B4-BE49-F238E27FC236}">
                        <a16:creationId xmlns:a16="http://schemas.microsoft.com/office/drawing/2014/main" id="{38D37B9E-0193-8ECA-851B-7A60E8834E0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649314"/>
                    <a:ext cx="101600" cy="1016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4" name="Oval 403">
                    <a:extLst>
                      <a:ext uri="{FF2B5EF4-FFF2-40B4-BE49-F238E27FC236}">
                        <a16:creationId xmlns:a16="http://schemas.microsoft.com/office/drawing/2014/main" id="{3DAD9CE8-DEC9-2B11-1446-061B38DE946D}"/>
                      </a:ext>
                    </a:extLst>
                  </p:cNvPr>
                  <p:cNvSpPr/>
                  <p:nvPr/>
                </p:nvSpPr>
                <p:spPr>
                  <a:xfrm>
                    <a:off x="6625382" y="17878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05" name="Group 404">
                  <a:extLst>
                    <a:ext uri="{FF2B5EF4-FFF2-40B4-BE49-F238E27FC236}">
                      <a16:creationId xmlns:a16="http://schemas.microsoft.com/office/drawing/2014/main" id="{90FF4712-FD16-1026-1926-9A6CC6DF2C73}"/>
                    </a:ext>
                  </a:extLst>
                </p:cNvPr>
                <p:cNvGrpSpPr/>
                <p:nvPr/>
              </p:nvGrpSpPr>
              <p:grpSpPr>
                <a:xfrm rot="16200000" flipH="1">
                  <a:off x="7198614" y="4312854"/>
                  <a:ext cx="143720" cy="343340"/>
                  <a:chOff x="6604322" y="1325301"/>
                  <a:chExt cx="143720" cy="343340"/>
                </a:xfrm>
              </p:grpSpPr>
              <p:sp>
                <p:nvSpPr>
                  <p:cNvPr id="406" name="Rounded Rectangle 405">
                    <a:extLst>
                      <a:ext uri="{FF2B5EF4-FFF2-40B4-BE49-F238E27FC236}">
                        <a16:creationId xmlns:a16="http://schemas.microsoft.com/office/drawing/2014/main" id="{9CB3F9D3-AA13-256A-3BE8-B34A4D210C2E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7" name="Oval 406">
                    <a:extLst>
                      <a:ext uri="{FF2B5EF4-FFF2-40B4-BE49-F238E27FC236}">
                        <a16:creationId xmlns:a16="http://schemas.microsoft.com/office/drawing/2014/main" id="{41F4971C-2A8C-170E-3CB7-A64A627C17D2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08" name="Oval 407">
                    <a:extLst>
                      <a:ext uri="{FF2B5EF4-FFF2-40B4-BE49-F238E27FC236}">
                        <a16:creationId xmlns:a16="http://schemas.microsoft.com/office/drawing/2014/main" id="{A2C26CB1-6C6E-C042-C44A-C899140E161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411" name="Group 410">
                  <a:extLst>
                    <a:ext uri="{FF2B5EF4-FFF2-40B4-BE49-F238E27FC236}">
                      <a16:creationId xmlns:a16="http://schemas.microsoft.com/office/drawing/2014/main" id="{33A2E48E-59E3-CDB6-6979-84DA710A082A}"/>
                    </a:ext>
                  </a:extLst>
                </p:cNvPr>
                <p:cNvGrpSpPr/>
                <p:nvPr/>
              </p:nvGrpSpPr>
              <p:grpSpPr>
                <a:xfrm rot="16200000" flipH="1">
                  <a:off x="7198614" y="4747924"/>
                  <a:ext cx="143720" cy="343340"/>
                  <a:chOff x="6604322" y="1325301"/>
                  <a:chExt cx="143720" cy="343340"/>
                </a:xfrm>
              </p:grpSpPr>
              <p:sp>
                <p:nvSpPr>
                  <p:cNvPr id="412" name="Rounded Rectangle 411">
                    <a:extLst>
                      <a:ext uri="{FF2B5EF4-FFF2-40B4-BE49-F238E27FC236}">
                        <a16:creationId xmlns:a16="http://schemas.microsoft.com/office/drawing/2014/main" id="{15E664B7-F132-AB40-631D-6EDED0E349EA}"/>
                      </a:ext>
                    </a:extLst>
                  </p:cNvPr>
                  <p:cNvSpPr/>
                  <p:nvPr/>
                </p:nvSpPr>
                <p:spPr>
                  <a:xfrm>
                    <a:off x="6604322" y="1325301"/>
                    <a:ext cx="143720" cy="343340"/>
                  </a:xfrm>
                  <a:prstGeom prst="roundRect">
                    <a:avLst/>
                  </a:prstGeom>
                  <a:solidFill>
                    <a:schemeClr val="bg2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3" name="Oval 412">
                    <a:extLst>
                      <a:ext uri="{FF2B5EF4-FFF2-40B4-BE49-F238E27FC236}">
                        <a16:creationId xmlns:a16="http://schemas.microsoft.com/office/drawing/2014/main" id="{49F08DA3-FE7E-8422-9196-B9B7942600A6}"/>
                      </a:ext>
                    </a:extLst>
                  </p:cNvPr>
                  <p:cNvSpPr/>
                  <p:nvPr/>
                </p:nvSpPr>
                <p:spPr>
                  <a:xfrm>
                    <a:off x="6625382" y="1372314"/>
                    <a:ext cx="101600" cy="1016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14" name="Oval 413">
                    <a:extLst>
                      <a:ext uri="{FF2B5EF4-FFF2-40B4-BE49-F238E27FC236}">
                        <a16:creationId xmlns:a16="http://schemas.microsoft.com/office/drawing/2014/main" id="{28992136-D753-37BA-005C-6A024DA7AFEC}"/>
                      </a:ext>
                    </a:extLst>
                  </p:cNvPr>
                  <p:cNvSpPr/>
                  <p:nvPr/>
                </p:nvSpPr>
                <p:spPr>
                  <a:xfrm>
                    <a:off x="6625382" y="1510814"/>
                    <a:ext cx="101600" cy="101600"/>
                  </a:xfrm>
                  <a:prstGeom prst="ellipse">
                    <a:avLst/>
                  </a:prstGeom>
                  <a:solidFill>
                    <a:schemeClr val="accent6">
                      <a:lumMod val="5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18" name="TextBox 417">
                    <a:extLst>
                      <a:ext uri="{FF2B5EF4-FFF2-40B4-BE49-F238E27FC236}">
                        <a16:creationId xmlns:a16="http://schemas.microsoft.com/office/drawing/2014/main" id="{E02D377A-A98A-41EC-5E11-A340A3352334}"/>
                      </a:ext>
                    </a:extLst>
                  </p:cNvPr>
                  <p:cNvSpPr txBox="1"/>
                  <p:nvPr/>
                </p:nvSpPr>
                <p:spPr>
                  <a:xfrm>
                    <a:off x="6872898" y="4993726"/>
                    <a:ext cx="90935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400" i="1" dirty="0"/>
                      <a:t> </a:t>
                    </a:r>
                    <a14:m>
                      <m:oMath xmlns:m="http://schemas.openxmlformats.org/officeDocument/2006/math">
                        <m:func>
                          <m:func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GB" sz="1400" b="0" i="0" smtClean="0">
                                <a:latin typeface="Cambria Math" panose="02040503050406030204" pitchFamily="18" charset="0"/>
                              </a:rPr>
                              <m:t>dim</m:t>
                            </m:r>
                          </m:fName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</m:e>
                        </m:func>
                        <m:r>
                          <a:rPr lang="en-GB" sz="14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GB" sz="1400" b="0" i="1" baseline="-25000" smtClean="0">
                            <a:latin typeface="Cambria Math" panose="02040503050406030204" pitchFamily="18" charset="0"/>
                          </a:rPr>
                          <m:t>𝑘</m:t>
                        </m:r>
                      </m:oMath>
                    </a14:m>
                    <a:endParaRPr lang="en-US" sz="1400" i="1" baseline="-25000" dirty="0"/>
                  </a:p>
                </p:txBody>
              </p:sp>
            </mc:Choice>
            <mc:Fallback>
              <p:sp>
                <p:nvSpPr>
                  <p:cNvPr id="418" name="TextBox 417">
                    <a:extLst>
                      <a:ext uri="{FF2B5EF4-FFF2-40B4-BE49-F238E27FC236}">
                        <a16:creationId xmlns:a16="http://schemas.microsoft.com/office/drawing/2014/main" id="{E02D377A-A98A-41EC-5E11-A340A33523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72898" y="4993726"/>
                    <a:ext cx="909352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0" name="TextBox 419">
                <a:extLst>
                  <a:ext uri="{FF2B5EF4-FFF2-40B4-BE49-F238E27FC236}">
                    <a16:creationId xmlns:a16="http://schemas.microsoft.com/office/drawing/2014/main" id="{D570EE10-0C47-786C-FB8C-DBC7DB05F326}"/>
                  </a:ext>
                </a:extLst>
              </p:cNvPr>
              <p:cNvSpPr txBox="1"/>
              <p:nvPr/>
            </p:nvSpPr>
            <p:spPr>
              <a:xfrm>
                <a:off x="6364157" y="3442096"/>
                <a:ext cx="4122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X</a:t>
                </a:r>
                <a:endParaRPr lang="en-US" dirty="0"/>
              </a:p>
            </p:txBody>
          </p:sp>
          <p:cxnSp>
            <p:nvCxnSpPr>
              <p:cNvPr id="466" name="Straight Arrow Connector 465">
                <a:extLst>
                  <a:ext uri="{FF2B5EF4-FFF2-40B4-BE49-F238E27FC236}">
                    <a16:creationId xmlns:a16="http://schemas.microsoft.com/office/drawing/2014/main" id="{45B7BBCF-8E65-8D46-EC9D-D90E7F1BCA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699" y="3796895"/>
                <a:ext cx="421521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67" name="TextBox 466">
                    <a:extLst>
                      <a:ext uri="{FF2B5EF4-FFF2-40B4-BE49-F238E27FC236}">
                        <a16:creationId xmlns:a16="http://schemas.microsoft.com/office/drawing/2014/main" id="{208263D0-86AE-CA25-BCF2-8353EAA93C96}"/>
                      </a:ext>
                    </a:extLst>
                  </p:cNvPr>
                  <p:cNvSpPr txBox="1"/>
                  <p:nvPr/>
                </p:nvSpPr>
                <p:spPr>
                  <a:xfrm>
                    <a:off x="7430557" y="5466114"/>
                    <a:ext cx="2647969" cy="770211"/>
                  </a:xfrm>
                  <a:prstGeom prst="rect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𝑨𝒕𝒕</m:t>
                          </m:r>
                          <m:d>
                            <m:d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</m:e>
                          </m:d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GB" b="1" i="1" smtClean="0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  <m:sSup>
                                    <m:sSupPr>
                                      <m:ctrlPr>
                                        <a:rPr lang="en-GB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GB" b="1" i="1" smtClean="0">
                                          <a:latin typeface="Cambria Math" panose="02040503050406030204" pitchFamily="18" charset="0"/>
                                        </a:rPr>
                                        <m:t>𝑲</m:t>
                                      </m:r>
                                    </m:e>
                                    <m:sup>
                                      <m:r>
                                        <a:rPr lang="en-GB" b="1" i="1" smtClean="0">
                                          <a:latin typeface="Cambria Math" panose="02040503050406030204" pitchFamily="18" charset="0"/>
                                        </a:rPr>
                                        <m:t>𝑻</m:t>
                                      </m:r>
                                    </m:sup>
                                  </m:sSup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GB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b>
                                        <m:sSubPr>
                                          <m:ctrlPr>
                                            <a:rPr lang="en-GB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b="1" i="1" smtClean="0">
                                              <a:latin typeface="Cambria Math" panose="02040503050406030204" pitchFamily="18" charset="0"/>
                                            </a:rPr>
                                            <m:t>𝒅</m:t>
                                          </m:r>
                                        </m:e>
                                        <m:sub>
                                          <m:r>
                                            <a:rPr lang="en-GB" b="1" i="1" smtClean="0">
                                              <a:latin typeface="Cambria Math" panose="02040503050406030204" pitchFamily="18" charset="0"/>
                                            </a:rPr>
                                            <m:t>𝒌</m:t>
                                          </m:r>
                                        </m:sub>
                                      </m:sSub>
                                    </m:e>
                                  </m:rad>
                                </m:den>
                              </m:f>
                            </m:e>
                          </m:d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𝑽</m:t>
                          </m:r>
                        </m:oMath>
                      </m:oMathPara>
                    </a14:m>
                    <a:endParaRPr lang="en-US" b="1" dirty="0"/>
                  </a:p>
                </p:txBody>
              </p:sp>
            </mc:Choice>
            <mc:Fallback>
              <p:sp>
                <p:nvSpPr>
                  <p:cNvPr id="467" name="TextBox 466">
                    <a:extLst>
                      <a:ext uri="{FF2B5EF4-FFF2-40B4-BE49-F238E27FC236}">
                        <a16:creationId xmlns:a16="http://schemas.microsoft.com/office/drawing/2014/main" id="{208263D0-86AE-CA25-BCF2-8353EAA93C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30557" y="5466114"/>
                    <a:ext cx="2647969" cy="77021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8E5520CE-52DC-4C91-F38D-A5988D9BF0C8}"/>
                  </a:ext>
                </a:extLst>
              </p:cNvPr>
              <p:cNvGrpSpPr/>
              <p:nvPr/>
            </p:nvGrpSpPr>
            <p:grpSpPr>
              <a:xfrm>
                <a:off x="8190102" y="3026009"/>
                <a:ext cx="2089229" cy="1529644"/>
                <a:chOff x="8464017" y="3064731"/>
                <a:chExt cx="2089229" cy="1529644"/>
              </a:xfrm>
            </p:grpSpPr>
            <p:grpSp>
              <p:nvGrpSpPr>
                <p:cNvPr id="423" name="Group 422">
                  <a:extLst>
                    <a:ext uri="{FF2B5EF4-FFF2-40B4-BE49-F238E27FC236}">
                      <a16:creationId xmlns:a16="http://schemas.microsoft.com/office/drawing/2014/main" id="{F39B94CD-A4ED-B69A-F149-73626E4B3020}"/>
                    </a:ext>
                  </a:extLst>
                </p:cNvPr>
                <p:cNvGrpSpPr/>
                <p:nvPr/>
              </p:nvGrpSpPr>
              <p:grpSpPr>
                <a:xfrm>
                  <a:off x="8464017" y="3064731"/>
                  <a:ext cx="2089229" cy="1529644"/>
                  <a:chOff x="3971381" y="1603144"/>
                  <a:chExt cx="2089229" cy="1529644"/>
                </a:xfrm>
              </p:grpSpPr>
              <p:sp>
                <p:nvSpPr>
                  <p:cNvPr id="424" name="Oval 423">
                    <a:extLst>
                      <a:ext uri="{FF2B5EF4-FFF2-40B4-BE49-F238E27FC236}">
                        <a16:creationId xmlns:a16="http://schemas.microsoft.com/office/drawing/2014/main" id="{33A2001B-B33A-0B7D-FB0C-68CC4E263065}"/>
                      </a:ext>
                    </a:extLst>
                  </p:cNvPr>
                  <p:cNvSpPr/>
                  <p:nvPr/>
                </p:nvSpPr>
                <p:spPr>
                  <a:xfrm flipH="1">
                    <a:off x="5800965" y="2029412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6" name="Oval 425">
                    <a:extLst>
                      <a:ext uri="{FF2B5EF4-FFF2-40B4-BE49-F238E27FC236}">
                        <a16:creationId xmlns:a16="http://schemas.microsoft.com/office/drawing/2014/main" id="{4183E641-35A3-1C1A-9274-EC63ED86CF36}"/>
                      </a:ext>
                    </a:extLst>
                  </p:cNvPr>
                  <p:cNvSpPr/>
                  <p:nvPr/>
                </p:nvSpPr>
                <p:spPr>
                  <a:xfrm>
                    <a:off x="3971382" y="2026477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27" name="Oval 426">
                    <a:extLst>
                      <a:ext uri="{FF2B5EF4-FFF2-40B4-BE49-F238E27FC236}">
                        <a16:creationId xmlns:a16="http://schemas.microsoft.com/office/drawing/2014/main" id="{18D12565-D423-1A2D-82D0-13BB5C1654BA}"/>
                      </a:ext>
                    </a:extLst>
                  </p:cNvPr>
                  <p:cNvSpPr/>
                  <p:nvPr/>
                </p:nvSpPr>
                <p:spPr>
                  <a:xfrm>
                    <a:off x="3971381" y="2449810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0" name="Oval 429">
                    <a:extLst>
                      <a:ext uri="{FF2B5EF4-FFF2-40B4-BE49-F238E27FC236}">
                        <a16:creationId xmlns:a16="http://schemas.microsoft.com/office/drawing/2014/main" id="{3D730857-F325-D0B5-D373-26FDA55C12A1}"/>
                      </a:ext>
                    </a:extLst>
                  </p:cNvPr>
                  <p:cNvSpPr/>
                  <p:nvPr/>
                </p:nvSpPr>
                <p:spPr>
                  <a:xfrm>
                    <a:off x="4919905" y="1603144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1" name="Oval 430">
                    <a:extLst>
                      <a:ext uri="{FF2B5EF4-FFF2-40B4-BE49-F238E27FC236}">
                        <a16:creationId xmlns:a16="http://schemas.microsoft.com/office/drawing/2014/main" id="{A2CA6300-36EF-2FE7-5D4B-734E6E8BCEF1}"/>
                      </a:ext>
                    </a:extLst>
                  </p:cNvPr>
                  <p:cNvSpPr/>
                  <p:nvPr/>
                </p:nvSpPr>
                <p:spPr>
                  <a:xfrm>
                    <a:off x="4919904" y="2026477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2" name="Oval 431">
                    <a:extLst>
                      <a:ext uri="{FF2B5EF4-FFF2-40B4-BE49-F238E27FC236}">
                        <a16:creationId xmlns:a16="http://schemas.microsoft.com/office/drawing/2014/main" id="{268E668E-7482-42FA-2284-93C66CF1E704}"/>
                      </a:ext>
                    </a:extLst>
                  </p:cNvPr>
                  <p:cNvSpPr/>
                  <p:nvPr/>
                </p:nvSpPr>
                <p:spPr>
                  <a:xfrm>
                    <a:off x="4919904" y="2449810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433" name="Oval 432">
                    <a:extLst>
                      <a:ext uri="{FF2B5EF4-FFF2-40B4-BE49-F238E27FC236}">
                        <a16:creationId xmlns:a16="http://schemas.microsoft.com/office/drawing/2014/main" id="{2DDA3B99-89B0-5BDC-1F62-12A77CC48184}"/>
                      </a:ext>
                    </a:extLst>
                  </p:cNvPr>
                  <p:cNvSpPr/>
                  <p:nvPr/>
                </p:nvSpPr>
                <p:spPr>
                  <a:xfrm>
                    <a:off x="4919904" y="2873143"/>
                    <a:ext cx="259645" cy="259645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2" name="Straight Connector 441">
                    <a:extLst>
                      <a:ext uri="{FF2B5EF4-FFF2-40B4-BE49-F238E27FC236}">
                        <a16:creationId xmlns:a16="http://schemas.microsoft.com/office/drawing/2014/main" id="{DA9CDD15-30D7-6102-72B9-E6F9DBBF64C6}"/>
                      </a:ext>
                    </a:extLst>
                  </p:cNvPr>
                  <p:cNvCxnSpPr>
                    <a:cxnSpLocks/>
                    <a:stCxn id="426" idx="6"/>
                    <a:endCxn id="430" idx="2"/>
                  </p:cNvCxnSpPr>
                  <p:nvPr/>
                </p:nvCxnSpPr>
                <p:spPr>
                  <a:xfrm flipV="1">
                    <a:off x="4231027" y="1732967"/>
                    <a:ext cx="688878" cy="42333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3" name="Straight Connector 442">
                    <a:extLst>
                      <a:ext uri="{FF2B5EF4-FFF2-40B4-BE49-F238E27FC236}">
                        <a16:creationId xmlns:a16="http://schemas.microsoft.com/office/drawing/2014/main" id="{CD8BBEEC-9995-E39B-B741-366F491CE5A5}"/>
                      </a:ext>
                    </a:extLst>
                  </p:cNvPr>
                  <p:cNvCxnSpPr>
                    <a:cxnSpLocks/>
                    <a:stCxn id="426" idx="6"/>
                    <a:endCxn id="431" idx="2"/>
                  </p:cNvCxnSpPr>
                  <p:nvPr/>
                </p:nvCxnSpPr>
                <p:spPr>
                  <a:xfrm>
                    <a:off x="4231027" y="2156300"/>
                    <a:ext cx="688877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Straight Connector 443">
                    <a:extLst>
                      <a:ext uri="{FF2B5EF4-FFF2-40B4-BE49-F238E27FC236}">
                        <a16:creationId xmlns:a16="http://schemas.microsoft.com/office/drawing/2014/main" id="{F3039205-1F99-8CCC-4155-3375BDCC107D}"/>
                      </a:ext>
                    </a:extLst>
                  </p:cNvPr>
                  <p:cNvCxnSpPr>
                    <a:cxnSpLocks/>
                    <a:stCxn id="426" idx="6"/>
                    <a:endCxn id="432" idx="2"/>
                  </p:cNvCxnSpPr>
                  <p:nvPr/>
                </p:nvCxnSpPr>
                <p:spPr>
                  <a:xfrm>
                    <a:off x="4231027" y="2156300"/>
                    <a:ext cx="688877" cy="42333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5" name="Straight Connector 444">
                    <a:extLst>
                      <a:ext uri="{FF2B5EF4-FFF2-40B4-BE49-F238E27FC236}">
                        <a16:creationId xmlns:a16="http://schemas.microsoft.com/office/drawing/2014/main" id="{5807F9A6-3314-F5DF-C42D-7ED27F9547EE}"/>
                      </a:ext>
                    </a:extLst>
                  </p:cNvPr>
                  <p:cNvCxnSpPr>
                    <a:cxnSpLocks/>
                    <a:stCxn id="426" idx="6"/>
                    <a:endCxn id="433" idx="2"/>
                  </p:cNvCxnSpPr>
                  <p:nvPr/>
                </p:nvCxnSpPr>
                <p:spPr>
                  <a:xfrm>
                    <a:off x="4231027" y="2156300"/>
                    <a:ext cx="688877" cy="84666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Straight Connector 447">
                    <a:extLst>
                      <a:ext uri="{FF2B5EF4-FFF2-40B4-BE49-F238E27FC236}">
                        <a16:creationId xmlns:a16="http://schemas.microsoft.com/office/drawing/2014/main" id="{6D6F4BE0-46CD-AE52-FEA2-974D161E11DA}"/>
                      </a:ext>
                    </a:extLst>
                  </p:cNvPr>
                  <p:cNvCxnSpPr>
                    <a:cxnSpLocks/>
                    <a:stCxn id="427" idx="6"/>
                    <a:endCxn id="430" idx="2"/>
                  </p:cNvCxnSpPr>
                  <p:nvPr/>
                </p:nvCxnSpPr>
                <p:spPr>
                  <a:xfrm flipV="1">
                    <a:off x="4231026" y="1732967"/>
                    <a:ext cx="688879" cy="846666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9" name="Straight Connector 448">
                    <a:extLst>
                      <a:ext uri="{FF2B5EF4-FFF2-40B4-BE49-F238E27FC236}">
                        <a16:creationId xmlns:a16="http://schemas.microsoft.com/office/drawing/2014/main" id="{26948258-1F47-51DF-12CB-06362F2A6392}"/>
                      </a:ext>
                    </a:extLst>
                  </p:cNvPr>
                  <p:cNvCxnSpPr>
                    <a:cxnSpLocks/>
                    <a:stCxn id="427" idx="6"/>
                    <a:endCxn id="431" idx="2"/>
                  </p:cNvCxnSpPr>
                  <p:nvPr/>
                </p:nvCxnSpPr>
                <p:spPr>
                  <a:xfrm flipV="1">
                    <a:off x="4231026" y="2156300"/>
                    <a:ext cx="688878" cy="42333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0" name="Straight Connector 449">
                    <a:extLst>
                      <a:ext uri="{FF2B5EF4-FFF2-40B4-BE49-F238E27FC236}">
                        <a16:creationId xmlns:a16="http://schemas.microsoft.com/office/drawing/2014/main" id="{FD7C83C2-9FE6-818C-C03C-A9B31EBF014D}"/>
                      </a:ext>
                    </a:extLst>
                  </p:cNvPr>
                  <p:cNvCxnSpPr>
                    <a:cxnSpLocks/>
                    <a:stCxn id="427" idx="6"/>
                    <a:endCxn id="432" idx="2"/>
                  </p:cNvCxnSpPr>
                  <p:nvPr/>
                </p:nvCxnSpPr>
                <p:spPr>
                  <a:xfrm>
                    <a:off x="4231026" y="2579633"/>
                    <a:ext cx="688878" cy="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1" name="Straight Connector 450">
                    <a:extLst>
                      <a:ext uri="{FF2B5EF4-FFF2-40B4-BE49-F238E27FC236}">
                        <a16:creationId xmlns:a16="http://schemas.microsoft.com/office/drawing/2014/main" id="{D4FF71C1-D734-073F-92D4-C16DBE904ABA}"/>
                      </a:ext>
                    </a:extLst>
                  </p:cNvPr>
                  <p:cNvCxnSpPr>
                    <a:cxnSpLocks/>
                    <a:stCxn id="427" idx="6"/>
                    <a:endCxn id="433" idx="2"/>
                  </p:cNvCxnSpPr>
                  <p:nvPr/>
                </p:nvCxnSpPr>
                <p:spPr>
                  <a:xfrm>
                    <a:off x="4231026" y="2579633"/>
                    <a:ext cx="688878" cy="423333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Straight Connector 459">
                    <a:extLst>
                      <a:ext uri="{FF2B5EF4-FFF2-40B4-BE49-F238E27FC236}">
                        <a16:creationId xmlns:a16="http://schemas.microsoft.com/office/drawing/2014/main" id="{F9C42A18-3E1B-ED24-2AC8-DDE31DB14E93}"/>
                      </a:ext>
                    </a:extLst>
                  </p:cNvPr>
                  <p:cNvCxnSpPr>
                    <a:cxnSpLocks/>
                    <a:stCxn id="430" idx="6"/>
                    <a:endCxn id="424" idx="6"/>
                  </p:cNvCxnSpPr>
                  <p:nvPr/>
                </p:nvCxnSpPr>
                <p:spPr>
                  <a:xfrm>
                    <a:off x="5179550" y="1732967"/>
                    <a:ext cx="621415" cy="42626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1" name="Straight Connector 460">
                    <a:extLst>
                      <a:ext uri="{FF2B5EF4-FFF2-40B4-BE49-F238E27FC236}">
                        <a16:creationId xmlns:a16="http://schemas.microsoft.com/office/drawing/2014/main" id="{7592E6AA-9605-1D0C-B66A-83B88862B1E0}"/>
                      </a:ext>
                    </a:extLst>
                  </p:cNvPr>
                  <p:cNvCxnSpPr>
                    <a:cxnSpLocks/>
                    <a:stCxn id="431" idx="6"/>
                    <a:endCxn id="424" idx="6"/>
                  </p:cNvCxnSpPr>
                  <p:nvPr/>
                </p:nvCxnSpPr>
                <p:spPr>
                  <a:xfrm>
                    <a:off x="5179549" y="2156300"/>
                    <a:ext cx="621416" cy="293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Straight Connector 461">
                    <a:extLst>
                      <a:ext uri="{FF2B5EF4-FFF2-40B4-BE49-F238E27FC236}">
                        <a16:creationId xmlns:a16="http://schemas.microsoft.com/office/drawing/2014/main" id="{3B994AC9-A1F2-0624-4A4C-B2971E03FFA3}"/>
                      </a:ext>
                    </a:extLst>
                  </p:cNvPr>
                  <p:cNvCxnSpPr>
                    <a:cxnSpLocks/>
                    <a:stCxn id="432" idx="6"/>
                    <a:endCxn id="424" idx="6"/>
                  </p:cNvCxnSpPr>
                  <p:nvPr/>
                </p:nvCxnSpPr>
                <p:spPr>
                  <a:xfrm flipV="1">
                    <a:off x="5179549" y="2159235"/>
                    <a:ext cx="621416" cy="420398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3" name="Straight Connector 462">
                    <a:extLst>
                      <a:ext uri="{FF2B5EF4-FFF2-40B4-BE49-F238E27FC236}">
                        <a16:creationId xmlns:a16="http://schemas.microsoft.com/office/drawing/2014/main" id="{3B54F0C2-CC98-DB55-0FA8-9C2390465AA0}"/>
                      </a:ext>
                    </a:extLst>
                  </p:cNvPr>
                  <p:cNvCxnSpPr>
                    <a:cxnSpLocks/>
                    <a:stCxn id="433" idx="6"/>
                    <a:endCxn id="424" idx="6"/>
                  </p:cNvCxnSpPr>
                  <p:nvPr/>
                </p:nvCxnSpPr>
                <p:spPr>
                  <a:xfrm flipV="1">
                    <a:off x="5179549" y="2159235"/>
                    <a:ext cx="621416" cy="843731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72" name="Oval 471">
                  <a:extLst>
                    <a:ext uri="{FF2B5EF4-FFF2-40B4-BE49-F238E27FC236}">
                      <a16:creationId xmlns:a16="http://schemas.microsoft.com/office/drawing/2014/main" id="{7553DCCF-25FB-D22B-3AD0-FF660EF0221F}"/>
                    </a:ext>
                  </a:extLst>
                </p:cNvPr>
                <p:cNvSpPr/>
                <p:nvPr/>
              </p:nvSpPr>
              <p:spPr>
                <a:xfrm flipH="1">
                  <a:off x="10287285" y="3911397"/>
                  <a:ext cx="259645" cy="2596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73" name="Straight Connector 472">
                  <a:extLst>
                    <a:ext uri="{FF2B5EF4-FFF2-40B4-BE49-F238E27FC236}">
                      <a16:creationId xmlns:a16="http://schemas.microsoft.com/office/drawing/2014/main" id="{560ED127-5A5B-0A16-6A09-7BAEA30FDC7C}"/>
                    </a:ext>
                  </a:extLst>
                </p:cNvPr>
                <p:cNvCxnSpPr>
                  <a:cxnSpLocks/>
                  <a:stCxn id="430" idx="6"/>
                  <a:endCxn id="472" idx="6"/>
                </p:cNvCxnSpPr>
                <p:nvPr/>
              </p:nvCxnSpPr>
              <p:spPr>
                <a:xfrm>
                  <a:off x="9672186" y="3194554"/>
                  <a:ext cx="615099" cy="8466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6" name="Straight Connector 475">
                  <a:extLst>
                    <a:ext uri="{FF2B5EF4-FFF2-40B4-BE49-F238E27FC236}">
                      <a16:creationId xmlns:a16="http://schemas.microsoft.com/office/drawing/2014/main" id="{E332F112-C297-B89A-D587-714D2D650C2C}"/>
                    </a:ext>
                  </a:extLst>
                </p:cNvPr>
                <p:cNvCxnSpPr>
                  <a:cxnSpLocks/>
                  <a:stCxn id="431" idx="6"/>
                  <a:endCxn id="472" idx="6"/>
                </p:cNvCxnSpPr>
                <p:nvPr/>
              </p:nvCxnSpPr>
              <p:spPr>
                <a:xfrm>
                  <a:off x="9672185" y="3617887"/>
                  <a:ext cx="615100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9" name="Straight Connector 478">
                  <a:extLst>
                    <a:ext uri="{FF2B5EF4-FFF2-40B4-BE49-F238E27FC236}">
                      <a16:creationId xmlns:a16="http://schemas.microsoft.com/office/drawing/2014/main" id="{1A2F25F9-2C99-BC6D-9FC0-D69B198703A2}"/>
                    </a:ext>
                  </a:extLst>
                </p:cNvPr>
                <p:cNvCxnSpPr>
                  <a:cxnSpLocks/>
                  <a:stCxn id="432" idx="6"/>
                  <a:endCxn id="472" idx="6"/>
                </p:cNvCxnSpPr>
                <p:nvPr/>
              </p:nvCxnSpPr>
              <p:spPr>
                <a:xfrm>
                  <a:off x="9672185" y="4041220"/>
                  <a:ext cx="615100" cy="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2" name="Straight Connector 481">
                  <a:extLst>
                    <a:ext uri="{FF2B5EF4-FFF2-40B4-BE49-F238E27FC236}">
                      <a16:creationId xmlns:a16="http://schemas.microsoft.com/office/drawing/2014/main" id="{7C470B1F-DAFB-5F02-7FEA-ACAEB7988FBA}"/>
                    </a:ext>
                  </a:extLst>
                </p:cNvPr>
                <p:cNvCxnSpPr>
                  <a:cxnSpLocks/>
                  <a:stCxn id="433" idx="6"/>
                  <a:endCxn id="472" idx="6"/>
                </p:cNvCxnSpPr>
                <p:nvPr/>
              </p:nvCxnSpPr>
              <p:spPr>
                <a:xfrm flipV="1">
                  <a:off x="9672185" y="4041220"/>
                  <a:ext cx="615100" cy="42333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5" name="TextBox 484">
                <a:extLst>
                  <a:ext uri="{FF2B5EF4-FFF2-40B4-BE49-F238E27FC236}">
                    <a16:creationId xmlns:a16="http://schemas.microsoft.com/office/drawing/2014/main" id="{A9938892-7E7B-5671-6926-5C57E6C0C07A}"/>
                  </a:ext>
                </a:extLst>
              </p:cNvPr>
              <p:cNvSpPr txBox="1"/>
              <p:nvPr/>
            </p:nvSpPr>
            <p:spPr>
              <a:xfrm>
                <a:off x="10343267" y="3378838"/>
                <a:ext cx="15401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p(</a:t>
                </a:r>
                <a:r>
                  <a:rPr lang="en-US" i="1" dirty="0"/>
                  <a:t>“rain”</a:t>
                </a:r>
                <a:r>
                  <a:rPr lang="en-US" dirty="0"/>
                  <a:t>) = 0.8</a:t>
                </a:r>
              </a:p>
            </p:txBody>
          </p:sp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712DE936-5376-6473-F196-C21D9DE65C09}"/>
                  </a:ext>
                </a:extLst>
              </p:cNvPr>
              <p:cNvSpPr txBox="1"/>
              <p:nvPr/>
            </p:nvSpPr>
            <p:spPr>
              <a:xfrm>
                <a:off x="10364048" y="3813925"/>
                <a:ext cx="17190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p(</a:t>
                </a:r>
                <a:r>
                  <a:rPr lang="en-US" i="1" dirty="0"/>
                  <a:t>“snow”</a:t>
                </a:r>
                <a:r>
                  <a:rPr lang="en-US" dirty="0"/>
                  <a:t>) = 0.2</a:t>
                </a: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AC6837C4-93FA-EE24-4307-2A9DD565E151}"/>
                  </a:ext>
                </a:extLst>
              </p:cNvPr>
              <p:cNvSpPr txBox="1"/>
              <p:nvPr/>
            </p:nvSpPr>
            <p:spPr>
              <a:xfrm>
                <a:off x="8350628" y="4658148"/>
                <a:ext cx="188808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sz="1400" i="1" dirty="0"/>
                  <a:t>Feed-forward network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272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5641</TotalTime>
  <Words>293</Words>
  <Application>Microsoft Macintosh PowerPoint</Application>
  <PresentationFormat>Widescreen</PresentationFormat>
  <Paragraphs>167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Blackledge</dc:creator>
  <cp:lastModifiedBy>Matthew Blackledge</cp:lastModifiedBy>
  <cp:revision>16</cp:revision>
  <dcterms:created xsi:type="dcterms:W3CDTF">2026-02-09T15:09:34Z</dcterms:created>
  <dcterms:modified xsi:type="dcterms:W3CDTF">2026-02-13T13:11:12Z</dcterms:modified>
</cp:coreProperties>
</file>