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47"/>
    <p:restoredTop sz="94744"/>
  </p:normalViewPr>
  <p:slideViewPr>
    <p:cSldViewPr snapToGrid="0">
      <p:cViewPr>
        <p:scale>
          <a:sx n="115" d="100"/>
          <a:sy n="115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6D316-F873-D868-D487-013B0AE7AC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AD8BC-2FDC-7C00-4C62-BDC5BD2C84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7F33A0-B641-CAF1-D074-335BD86D8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02B517-0104-9532-3CC5-A6885C18A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EB819-C14E-9DC6-8087-EE48F8917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307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8BFB2-C1AB-1121-71AB-866158D95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ABEBC-E998-6564-E8C9-72940226B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0D3F36-FA30-FBA7-A7E1-77058D3B2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A774C-F48C-E857-5263-D70DED9A0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38EFC2-C825-A3E0-6AB5-7B475CC71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164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34CA3-C58F-9BB4-D8AE-2AA81885C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79FC3F-F037-6163-7B74-8ABEEEE1C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C9571B-0E87-A966-F376-D788C592A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D06CB4-0576-1BCA-1947-695F3E45E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6599B-D2F6-4A5B-13AF-FB91116B1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831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980D8-10A3-0BA6-68A9-603B97CFF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7C6C3-22EA-1741-B931-FA0BCB766D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5FBA8E-2315-6E4D-EBC0-F933BD5F0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AE9A70-C296-40F6-5997-17AE86F75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F8F805-900B-C210-D832-9509884C0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C04A4-12D0-1BA0-871E-0ACF3F3B1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321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FA283-21BF-1655-5126-991EE0A9C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9AD1A9-F10B-749F-ED5E-F6144E473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7B95A1-E399-BDB5-317E-68ACC4260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C364CB-D268-6FE8-55B2-B37F5536B8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067D16-552E-B14B-E50E-2AF56F634D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215CA7-5CCE-27B7-0536-E64DFF442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79312F-72AA-62C7-3285-4EF297659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845403-CFC1-5C9E-B46A-661A96834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32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1BBE5-F532-EF1C-34E5-C28387DF0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536C3A-FD14-CBE5-CB8C-552208748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D8312C-BD92-D324-A43C-902A527CC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E1A1C0-2D77-3B9A-CA3D-B9233DDA6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0065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4F30FC-FE0D-9C84-D014-EC83DA061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24BEF8-37C8-BE7D-208A-ACD83D253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C69806-BF77-4EB9-B1AA-56D6E66AD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9939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61C66-4BB5-0EB0-9662-F7369235A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C5013-3BBC-8C80-06BA-61A007ED1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98440D-4BF1-F65E-DBA8-BF19BD6627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AEF969-4FCD-D3F3-048A-7021318F5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8CFF4-4A3F-CBCA-E248-371A2F3FA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EDCD36-7786-D933-11E4-6EBC0E95D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420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9B7-3916-50B3-8921-5764B322A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516EDE-3C18-EE6E-BBD3-6205C17EA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3664F-2FFD-605E-035F-1B6BD970A3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393A25-190B-2158-4198-0584CB422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6E6D8C-6D37-5C0A-1AC0-019BFF4A9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6F170A-DCAD-3CF8-6789-00D5A10F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102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5BE05-87DB-9836-7DE3-31A8394E3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420F7A-3730-9B27-953E-65453BDA06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02C42-C2C1-59FA-1A3C-05EA41AAF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19468-A193-09F9-128E-FF620DF5F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62EE82-3FFE-11F4-7992-3F7C16353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284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DBC9BF-64E3-DF08-4415-851C41C9F3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3ACAA4-1D6D-01A7-86D8-07343BF64C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3F3B1B-E6EC-FD25-4E43-2669A356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F3F8A5-BB67-A59C-42E1-EC9C4E120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7208A8-2695-D6EF-98D9-635F5E155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188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3D03DE-8A06-1098-906C-CDEC99223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9D751D-78E4-8D44-D8ED-5B54707BB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036100-60BE-E286-60F3-0980E838C1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F8D0F-EC85-90B9-C29B-D9A0A1AAA0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6DE970-8F33-8864-A8E9-A585B3439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021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0" name="Group 309">
            <a:extLst>
              <a:ext uri="{FF2B5EF4-FFF2-40B4-BE49-F238E27FC236}">
                <a16:creationId xmlns:a16="http://schemas.microsoft.com/office/drawing/2014/main" id="{1950ED85-015B-59E1-831A-C839B4CAE815}"/>
              </a:ext>
            </a:extLst>
          </p:cNvPr>
          <p:cNvGrpSpPr/>
          <p:nvPr/>
        </p:nvGrpSpPr>
        <p:grpSpPr>
          <a:xfrm>
            <a:off x="609600" y="445477"/>
            <a:ext cx="6518031" cy="5205046"/>
            <a:chOff x="609600" y="445477"/>
            <a:chExt cx="6518031" cy="5205046"/>
          </a:xfrm>
        </p:grpSpPr>
        <p:sp>
          <p:nvSpPr>
            <p:cNvPr id="306" name="Rectangle 305">
              <a:extLst>
                <a:ext uri="{FF2B5EF4-FFF2-40B4-BE49-F238E27FC236}">
                  <a16:creationId xmlns:a16="http://schemas.microsoft.com/office/drawing/2014/main" id="{4B9389CB-7E48-70D1-63B9-885C31C8C49F}"/>
                </a:ext>
              </a:extLst>
            </p:cNvPr>
            <p:cNvSpPr/>
            <p:nvPr/>
          </p:nvSpPr>
          <p:spPr>
            <a:xfrm>
              <a:off x="609600" y="445477"/>
              <a:ext cx="6518031" cy="520504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5" name="Group 304">
              <a:extLst>
                <a:ext uri="{FF2B5EF4-FFF2-40B4-BE49-F238E27FC236}">
                  <a16:creationId xmlns:a16="http://schemas.microsoft.com/office/drawing/2014/main" id="{842A6700-A6DD-F5D4-BD67-F2084CE1FAA4}"/>
                </a:ext>
              </a:extLst>
            </p:cNvPr>
            <p:cNvGrpSpPr/>
            <p:nvPr/>
          </p:nvGrpSpPr>
          <p:grpSpPr>
            <a:xfrm>
              <a:off x="835197" y="539955"/>
              <a:ext cx="6085633" cy="4036397"/>
              <a:chOff x="835197" y="539955"/>
              <a:chExt cx="6085633" cy="4036397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E853643-7174-5F44-F39E-F0B8CBF69919}"/>
                  </a:ext>
                </a:extLst>
              </p:cNvPr>
              <p:cNvSpPr/>
              <p:nvPr/>
            </p:nvSpPr>
            <p:spPr>
              <a:xfrm>
                <a:off x="1343378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9D7FF0BF-CC94-0B2E-FDBD-04D12DF47AA3}"/>
                  </a:ext>
                </a:extLst>
              </p:cNvPr>
              <p:cNvSpPr/>
              <p:nvPr/>
            </p:nvSpPr>
            <p:spPr>
              <a:xfrm>
                <a:off x="1343378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B3CD012-B9CD-D048-9AAE-A919AE54B232}"/>
                  </a:ext>
                </a:extLst>
              </p:cNvPr>
              <p:cNvSpPr/>
              <p:nvPr/>
            </p:nvSpPr>
            <p:spPr>
              <a:xfrm>
                <a:off x="1343377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31AC0F9-F8A2-5DCA-D735-B21E53505221}"/>
                  </a:ext>
                </a:extLst>
              </p:cNvPr>
              <p:cNvSpPr/>
              <p:nvPr/>
            </p:nvSpPr>
            <p:spPr>
              <a:xfrm>
                <a:off x="1343377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75946BD-FE62-39AF-7DC0-4D6683D7B219}"/>
                  </a:ext>
                </a:extLst>
              </p:cNvPr>
              <p:cNvSpPr/>
              <p:nvPr/>
            </p:nvSpPr>
            <p:spPr>
              <a:xfrm>
                <a:off x="2534356" y="1168400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0D1E32F-330A-BD2C-5D3D-0557068B0981}"/>
                  </a:ext>
                </a:extLst>
              </p:cNvPr>
              <p:cNvSpPr/>
              <p:nvPr/>
            </p:nvSpPr>
            <p:spPr>
              <a:xfrm>
                <a:off x="2534356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2B0B91AA-0939-66D4-E0BF-89DBFA10BC05}"/>
                  </a:ext>
                </a:extLst>
              </p:cNvPr>
              <p:cNvSpPr/>
              <p:nvPr/>
            </p:nvSpPr>
            <p:spPr>
              <a:xfrm>
                <a:off x="2534355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2619B29-D78B-D4C5-F66F-DED93C7D701A}"/>
                  </a:ext>
                </a:extLst>
              </p:cNvPr>
              <p:cNvSpPr/>
              <p:nvPr/>
            </p:nvSpPr>
            <p:spPr>
              <a:xfrm>
                <a:off x="2534355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4221A07-D1CE-DC18-5B70-47BBF49B5DF8}"/>
                  </a:ext>
                </a:extLst>
              </p:cNvPr>
              <p:cNvSpPr/>
              <p:nvPr/>
            </p:nvSpPr>
            <p:spPr>
              <a:xfrm>
                <a:off x="2534355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0E21393-C6E5-5731-41DC-DA7C6382158F}"/>
                  </a:ext>
                </a:extLst>
              </p:cNvPr>
              <p:cNvSpPr/>
              <p:nvPr/>
            </p:nvSpPr>
            <p:spPr>
              <a:xfrm>
                <a:off x="2534355" y="3285065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12DC84C-4573-777C-E832-F9755EF0DC46}"/>
                  </a:ext>
                </a:extLst>
              </p:cNvPr>
              <p:cNvSpPr/>
              <p:nvPr/>
            </p:nvSpPr>
            <p:spPr>
              <a:xfrm>
                <a:off x="3635021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87C53F8-A57D-51B5-80FC-122C7A176905}"/>
                  </a:ext>
                </a:extLst>
              </p:cNvPr>
              <p:cNvSpPr/>
              <p:nvPr/>
            </p:nvSpPr>
            <p:spPr>
              <a:xfrm>
                <a:off x="3635021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BBD39808-E520-8D4C-C4F0-AE0739658788}"/>
                  </a:ext>
                </a:extLst>
              </p:cNvPr>
              <p:cNvCxnSpPr>
                <a:cxnSpLocks/>
                <a:stCxn id="4" idx="6"/>
                <a:endCxn id="10" idx="2"/>
              </p:cNvCxnSpPr>
              <p:nvPr/>
            </p:nvCxnSpPr>
            <p:spPr>
              <a:xfrm flipV="1">
                <a:off x="1603023" y="1298223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905805A8-0AAD-4E55-C107-0166F4260E6A}"/>
                  </a:ext>
                </a:extLst>
              </p:cNvPr>
              <p:cNvCxnSpPr>
                <a:cxnSpLocks/>
                <a:stCxn id="4" idx="6"/>
                <a:endCxn id="11" idx="2"/>
              </p:cNvCxnSpPr>
              <p:nvPr/>
            </p:nvCxnSpPr>
            <p:spPr>
              <a:xfrm>
                <a:off x="1603023" y="1721556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A4A16569-1A5F-E94E-A595-87DF4784FF6E}"/>
                  </a:ext>
                </a:extLst>
              </p:cNvPr>
              <p:cNvCxnSpPr>
                <a:cxnSpLocks/>
                <a:stCxn id="4" idx="6"/>
                <a:endCxn id="12" idx="2"/>
              </p:cNvCxnSpPr>
              <p:nvPr/>
            </p:nvCxnSpPr>
            <p:spPr>
              <a:xfrm>
                <a:off x="1603023" y="1721556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6F340895-E1DF-E4D7-ADC9-EDCA156E67BD}"/>
                  </a:ext>
                </a:extLst>
              </p:cNvPr>
              <p:cNvCxnSpPr>
                <a:cxnSpLocks/>
                <a:stCxn id="4" idx="6"/>
                <a:endCxn id="13" idx="2"/>
              </p:cNvCxnSpPr>
              <p:nvPr/>
            </p:nvCxnSpPr>
            <p:spPr>
              <a:xfrm>
                <a:off x="1603023" y="1721556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12619076-5AA8-023B-AA53-7AA35A17E994}"/>
                  </a:ext>
                </a:extLst>
              </p:cNvPr>
              <p:cNvCxnSpPr>
                <a:cxnSpLocks/>
                <a:stCxn id="4" idx="6"/>
                <a:endCxn id="14" idx="2"/>
              </p:cNvCxnSpPr>
              <p:nvPr/>
            </p:nvCxnSpPr>
            <p:spPr>
              <a:xfrm>
                <a:off x="1603023" y="1721556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3436A2FD-1D71-9E70-7E35-DB46CFB51FC7}"/>
                  </a:ext>
                </a:extLst>
              </p:cNvPr>
              <p:cNvCxnSpPr>
                <a:cxnSpLocks/>
                <a:stCxn id="4" idx="6"/>
                <a:endCxn id="15" idx="2"/>
              </p:cNvCxnSpPr>
              <p:nvPr/>
            </p:nvCxnSpPr>
            <p:spPr>
              <a:xfrm>
                <a:off x="1603023" y="1721556"/>
                <a:ext cx="931332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E72F0F6D-702B-F82A-81AD-A8A99BAEB6B9}"/>
                  </a:ext>
                </a:extLst>
              </p:cNvPr>
              <p:cNvCxnSpPr>
                <a:cxnSpLocks/>
                <a:stCxn id="5" idx="6"/>
                <a:endCxn id="10" idx="2"/>
              </p:cNvCxnSpPr>
              <p:nvPr/>
            </p:nvCxnSpPr>
            <p:spPr>
              <a:xfrm flipV="1">
                <a:off x="1603023" y="1298223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2F385354-F299-B7A1-44CF-53A0B0B1C6BC}"/>
                  </a:ext>
                </a:extLst>
              </p:cNvPr>
              <p:cNvCxnSpPr>
                <a:cxnSpLocks/>
                <a:stCxn id="5" idx="6"/>
                <a:endCxn id="11" idx="2"/>
              </p:cNvCxnSpPr>
              <p:nvPr/>
            </p:nvCxnSpPr>
            <p:spPr>
              <a:xfrm flipV="1">
                <a:off x="1603023" y="1721556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56CC4E9C-A747-6524-A292-2CE9A96C09B8}"/>
                  </a:ext>
                </a:extLst>
              </p:cNvPr>
              <p:cNvCxnSpPr>
                <a:cxnSpLocks/>
                <a:stCxn id="5" idx="6"/>
                <a:endCxn id="12" idx="2"/>
              </p:cNvCxnSpPr>
              <p:nvPr/>
            </p:nvCxnSpPr>
            <p:spPr>
              <a:xfrm>
                <a:off x="1603023" y="2144889"/>
                <a:ext cx="93133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3672B9CA-B457-DAD8-CE5E-F4BA7364456D}"/>
                  </a:ext>
                </a:extLst>
              </p:cNvPr>
              <p:cNvCxnSpPr>
                <a:cxnSpLocks/>
                <a:stCxn id="5" idx="6"/>
                <a:endCxn id="13" idx="2"/>
              </p:cNvCxnSpPr>
              <p:nvPr/>
            </p:nvCxnSpPr>
            <p:spPr>
              <a:xfrm>
                <a:off x="1603023" y="2144889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F9AC3C74-A84A-C272-2C80-E62241ADC0A2}"/>
                  </a:ext>
                </a:extLst>
              </p:cNvPr>
              <p:cNvCxnSpPr>
                <a:cxnSpLocks/>
                <a:stCxn id="5" idx="6"/>
                <a:endCxn id="14" idx="2"/>
              </p:cNvCxnSpPr>
              <p:nvPr/>
            </p:nvCxnSpPr>
            <p:spPr>
              <a:xfrm>
                <a:off x="1603023" y="2144889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75EC5249-9C05-B00F-7949-997E3D32770B}"/>
                  </a:ext>
                </a:extLst>
              </p:cNvPr>
              <p:cNvCxnSpPr>
                <a:cxnSpLocks/>
                <a:stCxn id="5" idx="6"/>
                <a:endCxn id="15" idx="2"/>
              </p:cNvCxnSpPr>
              <p:nvPr/>
            </p:nvCxnSpPr>
            <p:spPr>
              <a:xfrm>
                <a:off x="1603023" y="2144889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C5DED07D-DA3B-B369-A1D4-09A35566B02E}"/>
                  </a:ext>
                </a:extLst>
              </p:cNvPr>
              <p:cNvCxnSpPr>
                <a:cxnSpLocks/>
                <a:stCxn id="6" idx="6"/>
                <a:endCxn id="10" idx="2"/>
              </p:cNvCxnSpPr>
              <p:nvPr/>
            </p:nvCxnSpPr>
            <p:spPr>
              <a:xfrm flipV="1">
                <a:off x="1603022" y="1298223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B6B0A8F4-8397-A4C5-55B5-A59B169DBBBB}"/>
                  </a:ext>
                </a:extLst>
              </p:cNvPr>
              <p:cNvCxnSpPr>
                <a:cxnSpLocks/>
                <a:stCxn id="6" idx="6"/>
                <a:endCxn id="11" idx="2"/>
              </p:cNvCxnSpPr>
              <p:nvPr/>
            </p:nvCxnSpPr>
            <p:spPr>
              <a:xfrm flipV="1">
                <a:off x="1603022" y="1721556"/>
                <a:ext cx="931334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ECA937FB-52AB-7012-CFA4-240F6A0A9598}"/>
                  </a:ext>
                </a:extLst>
              </p:cNvPr>
              <p:cNvCxnSpPr>
                <a:cxnSpLocks/>
                <a:stCxn id="6" idx="6"/>
                <a:endCxn id="12" idx="2"/>
              </p:cNvCxnSpPr>
              <p:nvPr/>
            </p:nvCxnSpPr>
            <p:spPr>
              <a:xfrm flipV="1">
                <a:off x="1603022" y="2144889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19B3B3C3-C2CA-3B7B-5B69-A73213F5ED84}"/>
                  </a:ext>
                </a:extLst>
              </p:cNvPr>
              <p:cNvCxnSpPr>
                <a:cxnSpLocks/>
                <a:stCxn id="6" idx="6"/>
                <a:endCxn id="13" idx="2"/>
              </p:cNvCxnSpPr>
              <p:nvPr/>
            </p:nvCxnSpPr>
            <p:spPr>
              <a:xfrm>
                <a:off x="1603022" y="2568222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6069B566-1EB8-B4B0-FF9F-E2B0BC2CA6E4}"/>
                  </a:ext>
                </a:extLst>
              </p:cNvPr>
              <p:cNvCxnSpPr>
                <a:cxnSpLocks/>
                <a:stCxn id="6" idx="6"/>
                <a:endCxn id="14" idx="2"/>
              </p:cNvCxnSpPr>
              <p:nvPr/>
            </p:nvCxnSpPr>
            <p:spPr>
              <a:xfrm>
                <a:off x="160302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EFA565D2-915A-2806-3261-F83A964F55EC}"/>
                  </a:ext>
                </a:extLst>
              </p:cNvPr>
              <p:cNvCxnSpPr>
                <a:cxnSpLocks/>
                <a:stCxn id="6" idx="6"/>
                <a:endCxn id="15" idx="2"/>
              </p:cNvCxnSpPr>
              <p:nvPr/>
            </p:nvCxnSpPr>
            <p:spPr>
              <a:xfrm>
                <a:off x="1603022" y="2568222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67D95734-18A1-5726-CFBC-CF11033BEBC3}"/>
                  </a:ext>
                </a:extLst>
              </p:cNvPr>
              <p:cNvCxnSpPr>
                <a:cxnSpLocks/>
                <a:stCxn id="7" idx="6"/>
                <a:endCxn id="10" idx="2"/>
              </p:cNvCxnSpPr>
              <p:nvPr/>
            </p:nvCxnSpPr>
            <p:spPr>
              <a:xfrm flipV="1">
                <a:off x="1603022" y="1298223"/>
                <a:ext cx="931334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8CE0C733-8391-BB97-E9FA-50646CE93E64}"/>
                  </a:ext>
                </a:extLst>
              </p:cNvPr>
              <p:cNvCxnSpPr>
                <a:cxnSpLocks/>
                <a:stCxn id="7" idx="6"/>
                <a:endCxn id="11" idx="2"/>
              </p:cNvCxnSpPr>
              <p:nvPr/>
            </p:nvCxnSpPr>
            <p:spPr>
              <a:xfrm flipV="1">
                <a:off x="1603022" y="1721556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F5E808B3-B955-6B98-189A-75B00A6FCDFF}"/>
                  </a:ext>
                </a:extLst>
              </p:cNvPr>
              <p:cNvCxnSpPr>
                <a:cxnSpLocks/>
                <a:stCxn id="7" idx="6"/>
                <a:endCxn id="12" idx="2"/>
              </p:cNvCxnSpPr>
              <p:nvPr/>
            </p:nvCxnSpPr>
            <p:spPr>
              <a:xfrm flipV="1">
                <a:off x="1603022" y="2144889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99467145-A076-E5A2-2ED2-89797301FA59}"/>
                  </a:ext>
                </a:extLst>
              </p:cNvPr>
              <p:cNvCxnSpPr>
                <a:cxnSpLocks/>
                <a:stCxn id="7" idx="6"/>
                <a:endCxn id="13" idx="2"/>
              </p:cNvCxnSpPr>
              <p:nvPr/>
            </p:nvCxnSpPr>
            <p:spPr>
              <a:xfrm flipV="1">
                <a:off x="160302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2CECDF15-33D2-736F-25F4-0CF3185C0883}"/>
                  </a:ext>
                </a:extLst>
              </p:cNvPr>
              <p:cNvCxnSpPr>
                <a:cxnSpLocks/>
                <a:stCxn id="7" idx="6"/>
                <a:endCxn id="14" idx="2"/>
              </p:cNvCxnSpPr>
              <p:nvPr/>
            </p:nvCxnSpPr>
            <p:spPr>
              <a:xfrm>
                <a:off x="1603022" y="2991555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E492604B-E7AD-6268-4198-6B40BBED0A75}"/>
                  </a:ext>
                </a:extLst>
              </p:cNvPr>
              <p:cNvCxnSpPr>
                <a:cxnSpLocks/>
                <a:stCxn id="7" idx="6"/>
                <a:endCxn id="15" idx="2"/>
              </p:cNvCxnSpPr>
              <p:nvPr/>
            </p:nvCxnSpPr>
            <p:spPr>
              <a:xfrm>
                <a:off x="1603022" y="2991555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1FC7837F-FFA8-E543-6C03-1BCFCE9576B9}"/>
                  </a:ext>
                </a:extLst>
              </p:cNvPr>
              <p:cNvCxnSpPr>
                <a:cxnSpLocks/>
                <a:stCxn id="10" idx="6"/>
                <a:endCxn id="16" idx="2"/>
              </p:cNvCxnSpPr>
              <p:nvPr/>
            </p:nvCxnSpPr>
            <p:spPr>
              <a:xfrm>
                <a:off x="2794001" y="1298223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8712926A-1556-9274-2543-D65183795C54}"/>
                  </a:ext>
                </a:extLst>
              </p:cNvPr>
              <p:cNvCxnSpPr>
                <a:cxnSpLocks/>
                <a:stCxn id="11" idx="6"/>
                <a:endCxn id="16" idx="2"/>
              </p:cNvCxnSpPr>
              <p:nvPr/>
            </p:nvCxnSpPr>
            <p:spPr>
              <a:xfrm>
                <a:off x="2794001" y="1721556"/>
                <a:ext cx="841020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51284023-09E8-A0E1-1347-50DB8EC5253C}"/>
                  </a:ext>
                </a:extLst>
              </p:cNvPr>
              <p:cNvCxnSpPr>
                <a:cxnSpLocks/>
                <a:stCxn id="12" idx="6"/>
                <a:endCxn id="16" idx="2"/>
              </p:cNvCxnSpPr>
              <p:nvPr/>
            </p:nvCxnSpPr>
            <p:spPr>
              <a:xfrm>
                <a:off x="2794000" y="2144889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EB428D07-790F-912E-7EEE-3DD2DEA8DB7B}"/>
                  </a:ext>
                </a:extLst>
              </p:cNvPr>
              <p:cNvCxnSpPr>
                <a:cxnSpLocks/>
                <a:stCxn id="13" idx="6"/>
                <a:endCxn id="16" idx="2"/>
              </p:cNvCxnSpPr>
              <p:nvPr/>
            </p:nvCxnSpPr>
            <p:spPr>
              <a:xfrm flipV="1">
                <a:off x="2794000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40815DE4-A6E3-042E-37E7-A70E8ACE5B0C}"/>
                  </a:ext>
                </a:extLst>
              </p:cNvPr>
              <p:cNvCxnSpPr>
                <a:cxnSpLocks/>
                <a:stCxn id="14" idx="6"/>
                <a:endCxn id="16" idx="2"/>
              </p:cNvCxnSpPr>
              <p:nvPr/>
            </p:nvCxnSpPr>
            <p:spPr>
              <a:xfrm flipV="1">
                <a:off x="2794000" y="2144889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7D6BFAB7-91B9-6A53-4678-65F170325615}"/>
                  </a:ext>
                </a:extLst>
              </p:cNvPr>
              <p:cNvCxnSpPr>
                <a:cxnSpLocks/>
                <a:stCxn id="15" idx="6"/>
                <a:endCxn id="16" idx="2"/>
              </p:cNvCxnSpPr>
              <p:nvPr/>
            </p:nvCxnSpPr>
            <p:spPr>
              <a:xfrm flipV="1">
                <a:off x="2794000" y="2144889"/>
                <a:ext cx="841021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933730B7-F0E3-E60F-F628-7E2D86BD8E3E}"/>
                  </a:ext>
                </a:extLst>
              </p:cNvPr>
              <p:cNvCxnSpPr>
                <a:cxnSpLocks/>
                <a:stCxn id="10" idx="6"/>
                <a:endCxn id="17" idx="2"/>
              </p:cNvCxnSpPr>
              <p:nvPr/>
            </p:nvCxnSpPr>
            <p:spPr>
              <a:xfrm>
                <a:off x="2794001" y="1298223"/>
                <a:ext cx="841020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4CA70D52-FFA3-8C98-0D2E-2F34956D713C}"/>
                  </a:ext>
                </a:extLst>
              </p:cNvPr>
              <p:cNvCxnSpPr>
                <a:cxnSpLocks/>
                <a:stCxn id="11" idx="6"/>
                <a:endCxn id="17" idx="2"/>
              </p:cNvCxnSpPr>
              <p:nvPr/>
            </p:nvCxnSpPr>
            <p:spPr>
              <a:xfrm>
                <a:off x="2794001" y="1721556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5920D54C-EF11-C7E9-9CEC-9DA0177DE0BF}"/>
                  </a:ext>
                </a:extLst>
              </p:cNvPr>
              <p:cNvCxnSpPr>
                <a:cxnSpLocks/>
                <a:stCxn id="12" idx="6"/>
                <a:endCxn id="17" idx="2"/>
              </p:cNvCxnSpPr>
              <p:nvPr/>
            </p:nvCxnSpPr>
            <p:spPr>
              <a:xfrm>
                <a:off x="2794000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5A5A86E4-131C-9B3E-1C8D-1BF98C95F9BE}"/>
                  </a:ext>
                </a:extLst>
              </p:cNvPr>
              <p:cNvCxnSpPr>
                <a:cxnSpLocks/>
                <a:stCxn id="13" idx="6"/>
                <a:endCxn id="17" idx="2"/>
              </p:cNvCxnSpPr>
              <p:nvPr/>
            </p:nvCxnSpPr>
            <p:spPr>
              <a:xfrm>
                <a:off x="2794000" y="2568222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>
                <a:extLst>
                  <a:ext uri="{FF2B5EF4-FFF2-40B4-BE49-F238E27FC236}">
                    <a16:creationId xmlns:a16="http://schemas.microsoft.com/office/drawing/2014/main" id="{3CE901A0-7490-C677-95B7-079B0569B9D3}"/>
                  </a:ext>
                </a:extLst>
              </p:cNvPr>
              <p:cNvCxnSpPr>
                <a:cxnSpLocks/>
                <a:stCxn id="14" idx="6"/>
                <a:endCxn id="17" idx="2"/>
              </p:cNvCxnSpPr>
              <p:nvPr/>
            </p:nvCxnSpPr>
            <p:spPr>
              <a:xfrm flipV="1">
                <a:off x="2794000" y="2568222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>
                <a:extLst>
                  <a:ext uri="{FF2B5EF4-FFF2-40B4-BE49-F238E27FC236}">
                    <a16:creationId xmlns:a16="http://schemas.microsoft.com/office/drawing/2014/main" id="{07995274-169D-BE1F-6DF7-95DC0E1EBF47}"/>
                  </a:ext>
                </a:extLst>
              </p:cNvPr>
              <p:cNvCxnSpPr>
                <a:cxnSpLocks/>
                <a:stCxn id="15" idx="6"/>
                <a:endCxn id="17" idx="2"/>
              </p:cNvCxnSpPr>
              <p:nvPr/>
            </p:nvCxnSpPr>
            <p:spPr>
              <a:xfrm flipV="1">
                <a:off x="2794000" y="2568222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9" name="Oval 228">
                <a:extLst>
                  <a:ext uri="{FF2B5EF4-FFF2-40B4-BE49-F238E27FC236}">
                    <a16:creationId xmlns:a16="http://schemas.microsoft.com/office/drawing/2014/main" id="{D5A23698-2624-A2B2-0FCC-6383A0D4F1BA}"/>
                  </a:ext>
                </a:extLst>
              </p:cNvPr>
              <p:cNvSpPr/>
              <p:nvPr/>
            </p:nvSpPr>
            <p:spPr>
              <a:xfrm flipH="1">
                <a:off x="5926664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Oval 229">
                <a:extLst>
                  <a:ext uri="{FF2B5EF4-FFF2-40B4-BE49-F238E27FC236}">
                    <a16:creationId xmlns:a16="http://schemas.microsoft.com/office/drawing/2014/main" id="{01A2ECBB-595B-0C96-EE40-C3F3B7F26E90}"/>
                  </a:ext>
                </a:extLst>
              </p:cNvPr>
              <p:cNvSpPr/>
              <p:nvPr/>
            </p:nvSpPr>
            <p:spPr>
              <a:xfrm flipH="1">
                <a:off x="5926664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1" name="Oval 230">
                <a:extLst>
                  <a:ext uri="{FF2B5EF4-FFF2-40B4-BE49-F238E27FC236}">
                    <a16:creationId xmlns:a16="http://schemas.microsoft.com/office/drawing/2014/main" id="{390F343C-16C5-5FE6-2C99-DA24805D9E62}"/>
                  </a:ext>
                </a:extLst>
              </p:cNvPr>
              <p:cNvSpPr/>
              <p:nvPr/>
            </p:nvSpPr>
            <p:spPr>
              <a:xfrm flipH="1">
                <a:off x="5926665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2" name="Oval 231">
                <a:extLst>
                  <a:ext uri="{FF2B5EF4-FFF2-40B4-BE49-F238E27FC236}">
                    <a16:creationId xmlns:a16="http://schemas.microsoft.com/office/drawing/2014/main" id="{992396A1-B7EC-93E4-47C8-A099C81CFAC2}"/>
                  </a:ext>
                </a:extLst>
              </p:cNvPr>
              <p:cNvSpPr/>
              <p:nvPr/>
            </p:nvSpPr>
            <p:spPr>
              <a:xfrm flipH="1">
                <a:off x="5926665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3" name="Oval 232">
                <a:extLst>
                  <a:ext uri="{FF2B5EF4-FFF2-40B4-BE49-F238E27FC236}">
                    <a16:creationId xmlns:a16="http://schemas.microsoft.com/office/drawing/2014/main" id="{537AF02A-7C87-71FB-67B2-3637A2548AB0}"/>
                  </a:ext>
                </a:extLst>
              </p:cNvPr>
              <p:cNvSpPr/>
              <p:nvPr/>
            </p:nvSpPr>
            <p:spPr>
              <a:xfrm flipH="1">
                <a:off x="4735686" y="1168400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Oval 233">
                <a:extLst>
                  <a:ext uri="{FF2B5EF4-FFF2-40B4-BE49-F238E27FC236}">
                    <a16:creationId xmlns:a16="http://schemas.microsoft.com/office/drawing/2014/main" id="{9D9D47AE-AC7B-EC81-0F37-18AB489C5EBA}"/>
                  </a:ext>
                </a:extLst>
              </p:cNvPr>
              <p:cNvSpPr/>
              <p:nvPr/>
            </p:nvSpPr>
            <p:spPr>
              <a:xfrm flipH="1">
                <a:off x="4735686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Oval 234">
                <a:extLst>
                  <a:ext uri="{FF2B5EF4-FFF2-40B4-BE49-F238E27FC236}">
                    <a16:creationId xmlns:a16="http://schemas.microsoft.com/office/drawing/2014/main" id="{8066D085-8101-161D-432C-66BB13E327DD}"/>
                  </a:ext>
                </a:extLst>
              </p:cNvPr>
              <p:cNvSpPr/>
              <p:nvPr/>
            </p:nvSpPr>
            <p:spPr>
              <a:xfrm flipH="1">
                <a:off x="4735687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Oval 235">
                <a:extLst>
                  <a:ext uri="{FF2B5EF4-FFF2-40B4-BE49-F238E27FC236}">
                    <a16:creationId xmlns:a16="http://schemas.microsoft.com/office/drawing/2014/main" id="{43AC4E96-0299-0075-1B68-88D480359267}"/>
                  </a:ext>
                </a:extLst>
              </p:cNvPr>
              <p:cNvSpPr/>
              <p:nvPr/>
            </p:nvSpPr>
            <p:spPr>
              <a:xfrm flipH="1">
                <a:off x="4735687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F72D95E4-73EA-2DD7-DBF3-D7E9C77FB17C}"/>
                  </a:ext>
                </a:extLst>
              </p:cNvPr>
              <p:cNvSpPr/>
              <p:nvPr/>
            </p:nvSpPr>
            <p:spPr>
              <a:xfrm flipH="1">
                <a:off x="4735687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C0968C47-8481-4713-782B-9C4AFF811AEB}"/>
                  </a:ext>
                </a:extLst>
              </p:cNvPr>
              <p:cNvSpPr/>
              <p:nvPr/>
            </p:nvSpPr>
            <p:spPr>
              <a:xfrm flipH="1">
                <a:off x="4735687" y="3285065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1" name="Straight Connector 240">
                <a:extLst>
                  <a:ext uri="{FF2B5EF4-FFF2-40B4-BE49-F238E27FC236}">
                    <a16:creationId xmlns:a16="http://schemas.microsoft.com/office/drawing/2014/main" id="{D1FB780D-7F3F-4795-215A-AF012375CB54}"/>
                  </a:ext>
                </a:extLst>
              </p:cNvPr>
              <p:cNvCxnSpPr>
                <a:cxnSpLocks/>
                <a:stCxn id="229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Straight Connector 241">
                <a:extLst>
                  <a:ext uri="{FF2B5EF4-FFF2-40B4-BE49-F238E27FC236}">
                    <a16:creationId xmlns:a16="http://schemas.microsoft.com/office/drawing/2014/main" id="{9EA2A3F9-9B95-BD61-20B8-FE64C836DBDD}"/>
                  </a:ext>
                </a:extLst>
              </p:cNvPr>
              <p:cNvCxnSpPr>
                <a:cxnSpLocks/>
                <a:stCxn id="229" idx="6"/>
                <a:endCxn id="234" idx="2"/>
              </p:cNvCxnSpPr>
              <p:nvPr/>
            </p:nvCxnSpPr>
            <p:spPr>
              <a:xfrm flipH="1">
                <a:off x="4995331" y="1721556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3" name="Straight Connector 242">
                <a:extLst>
                  <a:ext uri="{FF2B5EF4-FFF2-40B4-BE49-F238E27FC236}">
                    <a16:creationId xmlns:a16="http://schemas.microsoft.com/office/drawing/2014/main" id="{B309654D-02DB-62DB-21FB-C39C7C62D61A}"/>
                  </a:ext>
                </a:extLst>
              </p:cNvPr>
              <p:cNvCxnSpPr>
                <a:cxnSpLocks/>
                <a:stCxn id="229" idx="6"/>
                <a:endCxn id="235" idx="2"/>
              </p:cNvCxnSpPr>
              <p:nvPr/>
            </p:nvCxnSpPr>
            <p:spPr>
              <a:xfrm flipH="1">
                <a:off x="4995332" y="1721556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4" name="Straight Connector 243">
                <a:extLst>
                  <a:ext uri="{FF2B5EF4-FFF2-40B4-BE49-F238E27FC236}">
                    <a16:creationId xmlns:a16="http://schemas.microsoft.com/office/drawing/2014/main" id="{7E56004F-1164-8BEE-32EF-93AB70298575}"/>
                  </a:ext>
                </a:extLst>
              </p:cNvPr>
              <p:cNvCxnSpPr>
                <a:cxnSpLocks/>
                <a:stCxn id="229" idx="6"/>
                <a:endCxn id="236" idx="2"/>
              </p:cNvCxnSpPr>
              <p:nvPr/>
            </p:nvCxnSpPr>
            <p:spPr>
              <a:xfrm flipH="1">
                <a:off x="4995332" y="1721556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5" name="Straight Connector 244">
                <a:extLst>
                  <a:ext uri="{FF2B5EF4-FFF2-40B4-BE49-F238E27FC236}">
                    <a16:creationId xmlns:a16="http://schemas.microsoft.com/office/drawing/2014/main" id="{523F5DC9-7FDF-7B12-6C37-BD56E70BEBAD}"/>
                  </a:ext>
                </a:extLst>
              </p:cNvPr>
              <p:cNvCxnSpPr>
                <a:cxnSpLocks/>
                <a:stCxn id="229" idx="6"/>
                <a:endCxn id="237" idx="2"/>
              </p:cNvCxnSpPr>
              <p:nvPr/>
            </p:nvCxnSpPr>
            <p:spPr>
              <a:xfrm flipH="1">
                <a:off x="4995332" y="1721556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6" name="Straight Connector 245">
                <a:extLst>
                  <a:ext uri="{FF2B5EF4-FFF2-40B4-BE49-F238E27FC236}">
                    <a16:creationId xmlns:a16="http://schemas.microsoft.com/office/drawing/2014/main" id="{6EE84713-82BF-5233-004B-EAF8106085EF}"/>
                  </a:ext>
                </a:extLst>
              </p:cNvPr>
              <p:cNvCxnSpPr>
                <a:cxnSpLocks/>
                <a:stCxn id="229" idx="6"/>
                <a:endCxn id="238" idx="2"/>
              </p:cNvCxnSpPr>
              <p:nvPr/>
            </p:nvCxnSpPr>
            <p:spPr>
              <a:xfrm flipH="1">
                <a:off x="4995332" y="1721556"/>
                <a:ext cx="931332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Straight Connector 246">
                <a:extLst>
                  <a:ext uri="{FF2B5EF4-FFF2-40B4-BE49-F238E27FC236}">
                    <a16:creationId xmlns:a16="http://schemas.microsoft.com/office/drawing/2014/main" id="{94B23CE2-57BD-7867-E9A3-0B3E1D9B9782}"/>
                  </a:ext>
                </a:extLst>
              </p:cNvPr>
              <p:cNvCxnSpPr>
                <a:cxnSpLocks/>
                <a:stCxn id="230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Straight Connector 247">
                <a:extLst>
                  <a:ext uri="{FF2B5EF4-FFF2-40B4-BE49-F238E27FC236}">
                    <a16:creationId xmlns:a16="http://schemas.microsoft.com/office/drawing/2014/main" id="{E04E295B-4681-65F6-8A5C-047EB8BF0E40}"/>
                  </a:ext>
                </a:extLst>
              </p:cNvPr>
              <p:cNvCxnSpPr>
                <a:cxnSpLocks/>
                <a:stCxn id="230" idx="6"/>
                <a:endCxn id="234" idx="2"/>
              </p:cNvCxnSpPr>
              <p:nvPr/>
            </p:nvCxnSpPr>
            <p:spPr>
              <a:xfrm flipH="1" flipV="1">
                <a:off x="4995331" y="1721556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Straight Connector 248">
                <a:extLst>
                  <a:ext uri="{FF2B5EF4-FFF2-40B4-BE49-F238E27FC236}">
                    <a16:creationId xmlns:a16="http://schemas.microsoft.com/office/drawing/2014/main" id="{E95E7ED6-4E5F-6C9D-2830-08B911FE855B}"/>
                  </a:ext>
                </a:extLst>
              </p:cNvPr>
              <p:cNvCxnSpPr>
                <a:cxnSpLocks/>
                <a:stCxn id="230" idx="6"/>
                <a:endCxn id="235" idx="2"/>
              </p:cNvCxnSpPr>
              <p:nvPr/>
            </p:nvCxnSpPr>
            <p:spPr>
              <a:xfrm flipH="1">
                <a:off x="4995332" y="2144889"/>
                <a:ext cx="93133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Straight Connector 249">
                <a:extLst>
                  <a:ext uri="{FF2B5EF4-FFF2-40B4-BE49-F238E27FC236}">
                    <a16:creationId xmlns:a16="http://schemas.microsoft.com/office/drawing/2014/main" id="{E6C80CB1-788E-C080-0712-2C9ED38EC327}"/>
                  </a:ext>
                </a:extLst>
              </p:cNvPr>
              <p:cNvCxnSpPr>
                <a:cxnSpLocks/>
                <a:stCxn id="230" idx="6"/>
                <a:endCxn id="236" idx="2"/>
              </p:cNvCxnSpPr>
              <p:nvPr/>
            </p:nvCxnSpPr>
            <p:spPr>
              <a:xfrm flipH="1">
                <a:off x="4995332" y="2144889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1" name="Straight Connector 250">
                <a:extLst>
                  <a:ext uri="{FF2B5EF4-FFF2-40B4-BE49-F238E27FC236}">
                    <a16:creationId xmlns:a16="http://schemas.microsoft.com/office/drawing/2014/main" id="{0B8A49FB-B9B5-79EF-8732-BF71C9071C60}"/>
                  </a:ext>
                </a:extLst>
              </p:cNvPr>
              <p:cNvCxnSpPr>
                <a:cxnSpLocks/>
                <a:stCxn id="230" idx="6"/>
                <a:endCxn id="237" idx="2"/>
              </p:cNvCxnSpPr>
              <p:nvPr/>
            </p:nvCxnSpPr>
            <p:spPr>
              <a:xfrm flipH="1">
                <a:off x="4995332" y="2144889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2" name="Straight Connector 251">
                <a:extLst>
                  <a:ext uri="{FF2B5EF4-FFF2-40B4-BE49-F238E27FC236}">
                    <a16:creationId xmlns:a16="http://schemas.microsoft.com/office/drawing/2014/main" id="{6A4DEA9A-9047-D70D-652F-7AECFDC09425}"/>
                  </a:ext>
                </a:extLst>
              </p:cNvPr>
              <p:cNvCxnSpPr>
                <a:cxnSpLocks/>
                <a:stCxn id="230" idx="6"/>
                <a:endCxn id="238" idx="2"/>
              </p:cNvCxnSpPr>
              <p:nvPr/>
            </p:nvCxnSpPr>
            <p:spPr>
              <a:xfrm flipH="1">
                <a:off x="4995332" y="2144889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Straight Connector 252">
                <a:extLst>
                  <a:ext uri="{FF2B5EF4-FFF2-40B4-BE49-F238E27FC236}">
                    <a16:creationId xmlns:a16="http://schemas.microsoft.com/office/drawing/2014/main" id="{F5CB45E5-D9A8-06C0-5786-7FE7FCE89193}"/>
                  </a:ext>
                </a:extLst>
              </p:cNvPr>
              <p:cNvCxnSpPr>
                <a:cxnSpLocks/>
                <a:stCxn id="231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Straight Connector 253">
                <a:extLst>
                  <a:ext uri="{FF2B5EF4-FFF2-40B4-BE49-F238E27FC236}">
                    <a16:creationId xmlns:a16="http://schemas.microsoft.com/office/drawing/2014/main" id="{E90E2BC8-60CF-CB49-9E12-7EFFB6189D02}"/>
                  </a:ext>
                </a:extLst>
              </p:cNvPr>
              <p:cNvCxnSpPr>
                <a:cxnSpLocks/>
                <a:stCxn id="231" idx="6"/>
                <a:endCxn id="234" idx="2"/>
              </p:cNvCxnSpPr>
              <p:nvPr/>
            </p:nvCxnSpPr>
            <p:spPr>
              <a:xfrm flipH="1" flipV="1">
                <a:off x="4995331" y="1721556"/>
                <a:ext cx="931334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Straight Connector 254">
                <a:extLst>
                  <a:ext uri="{FF2B5EF4-FFF2-40B4-BE49-F238E27FC236}">
                    <a16:creationId xmlns:a16="http://schemas.microsoft.com/office/drawing/2014/main" id="{30FB678F-0FC2-6902-4CD7-F1D2D6F5B286}"/>
                  </a:ext>
                </a:extLst>
              </p:cNvPr>
              <p:cNvCxnSpPr>
                <a:cxnSpLocks/>
                <a:stCxn id="231" idx="6"/>
                <a:endCxn id="235" idx="2"/>
              </p:cNvCxnSpPr>
              <p:nvPr/>
            </p:nvCxnSpPr>
            <p:spPr>
              <a:xfrm flipH="1" flipV="1">
                <a:off x="4995332" y="2144889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Straight Connector 255">
                <a:extLst>
                  <a:ext uri="{FF2B5EF4-FFF2-40B4-BE49-F238E27FC236}">
                    <a16:creationId xmlns:a16="http://schemas.microsoft.com/office/drawing/2014/main" id="{1A4E8FBD-A83C-A50E-3964-35269433C6B1}"/>
                  </a:ext>
                </a:extLst>
              </p:cNvPr>
              <p:cNvCxnSpPr>
                <a:cxnSpLocks/>
                <a:stCxn id="231" idx="6"/>
                <a:endCxn id="236" idx="2"/>
              </p:cNvCxnSpPr>
              <p:nvPr/>
            </p:nvCxnSpPr>
            <p:spPr>
              <a:xfrm flipH="1">
                <a:off x="4995332" y="2568222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7" name="Straight Connector 256">
                <a:extLst>
                  <a:ext uri="{FF2B5EF4-FFF2-40B4-BE49-F238E27FC236}">
                    <a16:creationId xmlns:a16="http://schemas.microsoft.com/office/drawing/2014/main" id="{BED9D909-2B09-868B-1BF6-8FE058DB3427}"/>
                  </a:ext>
                </a:extLst>
              </p:cNvPr>
              <p:cNvCxnSpPr>
                <a:cxnSpLocks/>
                <a:stCxn id="231" idx="6"/>
                <a:endCxn id="237" idx="2"/>
              </p:cNvCxnSpPr>
              <p:nvPr/>
            </p:nvCxnSpPr>
            <p:spPr>
              <a:xfrm flipH="1">
                <a:off x="499533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8" name="Straight Connector 257">
                <a:extLst>
                  <a:ext uri="{FF2B5EF4-FFF2-40B4-BE49-F238E27FC236}">
                    <a16:creationId xmlns:a16="http://schemas.microsoft.com/office/drawing/2014/main" id="{BDFCCE1E-FA49-ED85-75E8-C57FD2E2F703}"/>
                  </a:ext>
                </a:extLst>
              </p:cNvPr>
              <p:cNvCxnSpPr>
                <a:cxnSpLocks/>
                <a:stCxn id="231" idx="6"/>
                <a:endCxn id="238" idx="2"/>
              </p:cNvCxnSpPr>
              <p:nvPr/>
            </p:nvCxnSpPr>
            <p:spPr>
              <a:xfrm flipH="1">
                <a:off x="4995332" y="2568222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Straight Connector 258">
                <a:extLst>
                  <a:ext uri="{FF2B5EF4-FFF2-40B4-BE49-F238E27FC236}">
                    <a16:creationId xmlns:a16="http://schemas.microsoft.com/office/drawing/2014/main" id="{88F2EE28-614A-EE36-D118-8200D6822FC0}"/>
                  </a:ext>
                </a:extLst>
              </p:cNvPr>
              <p:cNvCxnSpPr>
                <a:cxnSpLocks/>
                <a:stCxn id="232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4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Straight Connector 259">
                <a:extLst>
                  <a:ext uri="{FF2B5EF4-FFF2-40B4-BE49-F238E27FC236}">
                    <a16:creationId xmlns:a16="http://schemas.microsoft.com/office/drawing/2014/main" id="{1DDC3A30-A787-7969-8E1D-76A790A01297}"/>
                  </a:ext>
                </a:extLst>
              </p:cNvPr>
              <p:cNvCxnSpPr>
                <a:cxnSpLocks/>
                <a:stCxn id="232" idx="6"/>
                <a:endCxn id="234" idx="2"/>
              </p:cNvCxnSpPr>
              <p:nvPr/>
            </p:nvCxnSpPr>
            <p:spPr>
              <a:xfrm flipH="1" flipV="1">
                <a:off x="4995331" y="1721556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A4EC5EA2-FC3C-99D1-7651-24BC9FCCB2A9}"/>
                  </a:ext>
                </a:extLst>
              </p:cNvPr>
              <p:cNvCxnSpPr>
                <a:cxnSpLocks/>
                <a:stCxn id="232" idx="6"/>
                <a:endCxn id="235" idx="2"/>
              </p:cNvCxnSpPr>
              <p:nvPr/>
            </p:nvCxnSpPr>
            <p:spPr>
              <a:xfrm flipH="1" flipV="1">
                <a:off x="4995332" y="2144889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Straight Connector 261">
                <a:extLst>
                  <a:ext uri="{FF2B5EF4-FFF2-40B4-BE49-F238E27FC236}">
                    <a16:creationId xmlns:a16="http://schemas.microsoft.com/office/drawing/2014/main" id="{82850E95-A46D-EDC5-48F8-159D8AE67D6E}"/>
                  </a:ext>
                </a:extLst>
              </p:cNvPr>
              <p:cNvCxnSpPr>
                <a:cxnSpLocks/>
                <a:stCxn id="232" idx="6"/>
                <a:endCxn id="236" idx="2"/>
              </p:cNvCxnSpPr>
              <p:nvPr/>
            </p:nvCxnSpPr>
            <p:spPr>
              <a:xfrm flipH="1" flipV="1">
                <a:off x="499533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Straight Connector 262">
                <a:extLst>
                  <a:ext uri="{FF2B5EF4-FFF2-40B4-BE49-F238E27FC236}">
                    <a16:creationId xmlns:a16="http://schemas.microsoft.com/office/drawing/2014/main" id="{00936EDE-4313-7D20-F2DC-6512358A0304}"/>
                  </a:ext>
                </a:extLst>
              </p:cNvPr>
              <p:cNvCxnSpPr>
                <a:cxnSpLocks/>
                <a:stCxn id="232" idx="6"/>
                <a:endCxn id="237" idx="2"/>
              </p:cNvCxnSpPr>
              <p:nvPr/>
            </p:nvCxnSpPr>
            <p:spPr>
              <a:xfrm flipH="1">
                <a:off x="4995332" y="2991555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Straight Connector 263">
                <a:extLst>
                  <a:ext uri="{FF2B5EF4-FFF2-40B4-BE49-F238E27FC236}">
                    <a16:creationId xmlns:a16="http://schemas.microsoft.com/office/drawing/2014/main" id="{A42DEFBD-7A6D-5554-8682-AAF1586CD087}"/>
                  </a:ext>
                </a:extLst>
              </p:cNvPr>
              <p:cNvCxnSpPr>
                <a:cxnSpLocks/>
                <a:stCxn id="232" idx="6"/>
                <a:endCxn id="238" idx="2"/>
              </p:cNvCxnSpPr>
              <p:nvPr/>
            </p:nvCxnSpPr>
            <p:spPr>
              <a:xfrm flipH="1">
                <a:off x="4995332" y="2991555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Straight Connector 264">
                <a:extLst>
                  <a:ext uri="{FF2B5EF4-FFF2-40B4-BE49-F238E27FC236}">
                    <a16:creationId xmlns:a16="http://schemas.microsoft.com/office/drawing/2014/main" id="{78230C6C-2419-4C96-9837-49EF333E47B9}"/>
                  </a:ext>
                </a:extLst>
              </p:cNvPr>
              <p:cNvCxnSpPr>
                <a:cxnSpLocks/>
                <a:stCxn id="233" idx="6"/>
                <a:endCxn id="16" idx="6"/>
              </p:cNvCxnSpPr>
              <p:nvPr/>
            </p:nvCxnSpPr>
            <p:spPr>
              <a:xfrm flipH="1">
                <a:off x="3894666" y="1298223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Straight Connector 265">
                <a:extLst>
                  <a:ext uri="{FF2B5EF4-FFF2-40B4-BE49-F238E27FC236}">
                    <a16:creationId xmlns:a16="http://schemas.microsoft.com/office/drawing/2014/main" id="{C85FB438-453D-D2C1-0E49-37C8BBC2E978}"/>
                  </a:ext>
                </a:extLst>
              </p:cNvPr>
              <p:cNvCxnSpPr>
                <a:cxnSpLocks/>
                <a:stCxn id="234" idx="6"/>
                <a:endCxn id="16" idx="6"/>
              </p:cNvCxnSpPr>
              <p:nvPr/>
            </p:nvCxnSpPr>
            <p:spPr>
              <a:xfrm flipH="1">
                <a:off x="3894666" y="1721556"/>
                <a:ext cx="841020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Straight Connector 266">
                <a:extLst>
                  <a:ext uri="{FF2B5EF4-FFF2-40B4-BE49-F238E27FC236}">
                    <a16:creationId xmlns:a16="http://schemas.microsoft.com/office/drawing/2014/main" id="{65FA34EF-8E55-AF68-E215-44C811EF9F74}"/>
                  </a:ext>
                </a:extLst>
              </p:cNvPr>
              <p:cNvCxnSpPr>
                <a:cxnSpLocks/>
                <a:stCxn id="235" idx="6"/>
                <a:endCxn id="16" idx="6"/>
              </p:cNvCxnSpPr>
              <p:nvPr/>
            </p:nvCxnSpPr>
            <p:spPr>
              <a:xfrm flipH="1">
                <a:off x="3894666" y="2144889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75EA2B79-E40C-4B61-3C88-463A309FDECE}"/>
                  </a:ext>
                </a:extLst>
              </p:cNvPr>
              <p:cNvCxnSpPr>
                <a:cxnSpLocks/>
                <a:stCxn id="236" idx="6"/>
                <a:endCxn id="16" idx="6"/>
              </p:cNvCxnSpPr>
              <p:nvPr/>
            </p:nvCxnSpPr>
            <p:spPr>
              <a:xfrm flipH="1" flipV="1">
                <a:off x="3894666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4BE8E19E-EFFE-A6F1-AA2C-1BC0AD30CD9F}"/>
                  </a:ext>
                </a:extLst>
              </p:cNvPr>
              <p:cNvCxnSpPr>
                <a:cxnSpLocks/>
                <a:stCxn id="237" idx="6"/>
                <a:endCxn id="16" idx="6"/>
              </p:cNvCxnSpPr>
              <p:nvPr/>
            </p:nvCxnSpPr>
            <p:spPr>
              <a:xfrm flipH="1" flipV="1">
                <a:off x="3894666" y="2144889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84222B6A-57CE-3C84-63F8-635A485C71EA}"/>
                  </a:ext>
                </a:extLst>
              </p:cNvPr>
              <p:cNvCxnSpPr>
                <a:cxnSpLocks/>
                <a:stCxn id="238" idx="6"/>
                <a:endCxn id="16" idx="6"/>
              </p:cNvCxnSpPr>
              <p:nvPr/>
            </p:nvCxnSpPr>
            <p:spPr>
              <a:xfrm flipH="1" flipV="1">
                <a:off x="3894666" y="2144889"/>
                <a:ext cx="841021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D0AF1414-4D97-F220-6BB8-402E72AA3B74}"/>
                  </a:ext>
                </a:extLst>
              </p:cNvPr>
              <p:cNvCxnSpPr>
                <a:cxnSpLocks/>
                <a:stCxn id="233" idx="6"/>
                <a:endCxn id="17" idx="6"/>
              </p:cNvCxnSpPr>
              <p:nvPr/>
            </p:nvCxnSpPr>
            <p:spPr>
              <a:xfrm flipH="1">
                <a:off x="3894666" y="1298223"/>
                <a:ext cx="841020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1B2D90A2-4A95-C123-4D8A-22521218EBDA}"/>
                  </a:ext>
                </a:extLst>
              </p:cNvPr>
              <p:cNvCxnSpPr>
                <a:cxnSpLocks/>
                <a:stCxn id="234" idx="6"/>
                <a:endCxn id="17" idx="6"/>
              </p:cNvCxnSpPr>
              <p:nvPr/>
            </p:nvCxnSpPr>
            <p:spPr>
              <a:xfrm flipH="1">
                <a:off x="3894666" y="1721556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B5150213-1A56-B985-8742-2AF3F1CB4647}"/>
                  </a:ext>
                </a:extLst>
              </p:cNvPr>
              <p:cNvCxnSpPr>
                <a:cxnSpLocks/>
                <a:stCxn id="235" idx="6"/>
                <a:endCxn id="17" idx="6"/>
              </p:cNvCxnSpPr>
              <p:nvPr/>
            </p:nvCxnSpPr>
            <p:spPr>
              <a:xfrm flipH="1">
                <a:off x="3894666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623E0949-2B54-CE40-C7F5-A2B4215421CB}"/>
                  </a:ext>
                </a:extLst>
              </p:cNvPr>
              <p:cNvCxnSpPr>
                <a:cxnSpLocks/>
                <a:stCxn id="236" idx="6"/>
                <a:endCxn id="17" idx="6"/>
              </p:cNvCxnSpPr>
              <p:nvPr/>
            </p:nvCxnSpPr>
            <p:spPr>
              <a:xfrm flipH="1">
                <a:off x="3894666" y="2568222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815B823C-4186-F962-EA70-4DF2B373FD95}"/>
                  </a:ext>
                </a:extLst>
              </p:cNvPr>
              <p:cNvCxnSpPr>
                <a:cxnSpLocks/>
                <a:stCxn id="237" idx="6"/>
                <a:endCxn id="17" idx="6"/>
              </p:cNvCxnSpPr>
              <p:nvPr/>
            </p:nvCxnSpPr>
            <p:spPr>
              <a:xfrm flipH="1" flipV="1">
                <a:off x="3894666" y="2568222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Straight Connector 275">
                <a:extLst>
                  <a:ext uri="{FF2B5EF4-FFF2-40B4-BE49-F238E27FC236}">
                    <a16:creationId xmlns:a16="http://schemas.microsoft.com/office/drawing/2014/main" id="{3D5F86EB-3AA9-FCE7-688B-86DFA4133582}"/>
                  </a:ext>
                </a:extLst>
              </p:cNvPr>
              <p:cNvCxnSpPr>
                <a:cxnSpLocks/>
                <a:stCxn id="238" idx="6"/>
                <a:endCxn id="17" idx="6"/>
              </p:cNvCxnSpPr>
              <p:nvPr/>
            </p:nvCxnSpPr>
            <p:spPr>
              <a:xfrm flipH="1" flipV="1">
                <a:off x="3894666" y="2568222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9" name="TextBox 288">
                    <a:extLst>
                      <a:ext uri="{FF2B5EF4-FFF2-40B4-BE49-F238E27FC236}">
                        <a16:creationId xmlns:a16="http://schemas.microsoft.com/office/drawing/2014/main" id="{4B357AAF-93FB-924F-F806-9814E0BC653D}"/>
                      </a:ext>
                    </a:extLst>
                  </p:cNvPr>
                  <p:cNvSpPr txBox="1"/>
                  <p:nvPr/>
                </p:nvSpPr>
                <p:spPr>
                  <a:xfrm>
                    <a:off x="1347797" y="3558084"/>
                    <a:ext cx="196913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89" name="TextBox 288">
                    <a:extLst>
                      <a:ext uri="{FF2B5EF4-FFF2-40B4-BE49-F238E27FC236}">
                        <a16:creationId xmlns:a16="http://schemas.microsoft.com/office/drawing/2014/main" id="{4B357AAF-93FB-924F-F806-9814E0BC65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7797" y="3558084"/>
                    <a:ext cx="196913" cy="30777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0" name="TextBox 289">
                    <a:extLst>
                      <a:ext uri="{FF2B5EF4-FFF2-40B4-BE49-F238E27FC236}">
                        <a16:creationId xmlns:a16="http://schemas.microsoft.com/office/drawing/2014/main" id="{F2AAE9C8-2CEF-4472-6412-7980D490DF5A}"/>
                      </a:ext>
                    </a:extLst>
                  </p:cNvPr>
                  <p:cNvSpPr txBox="1"/>
                  <p:nvPr/>
                </p:nvSpPr>
                <p:spPr>
                  <a:xfrm>
                    <a:off x="3729013" y="3558084"/>
                    <a:ext cx="18069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>
              <p:sp>
                <p:nvSpPr>
                  <p:cNvPr id="290" name="TextBox 289">
                    <a:extLst>
                      <a:ext uri="{FF2B5EF4-FFF2-40B4-BE49-F238E27FC236}">
                        <a16:creationId xmlns:a16="http://schemas.microsoft.com/office/drawing/2014/main" id="{F2AAE9C8-2CEF-4472-6412-7980D490DF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29013" y="3558084"/>
                    <a:ext cx="18069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3333" r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1" name="TextBox 290">
                    <a:extLst>
                      <a:ext uri="{FF2B5EF4-FFF2-40B4-BE49-F238E27FC236}">
                        <a16:creationId xmlns:a16="http://schemas.microsoft.com/office/drawing/2014/main" id="{3EFAC041-B17B-B5F9-29F5-00A03F2D47FE}"/>
                      </a:ext>
                    </a:extLst>
                  </p:cNvPr>
                  <p:cNvSpPr txBox="1"/>
                  <p:nvPr/>
                </p:nvSpPr>
                <p:spPr>
                  <a:xfrm>
                    <a:off x="5939742" y="3558084"/>
                    <a:ext cx="254877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91" name="TextBox 290">
                    <a:extLst>
                      <a:ext uri="{FF2B5EF4-FFF2-40B4-BE49-F238E27FC236}">
                        <a16:creationId xmlns:a16="http://schemas.microsoft.com/office/drawing/2014/main" id="{3EFAC041-B17B-B5F9-29F5-00A03F2D47F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39742" y="3558084"/>
                    <a:ext cx="254877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8095" r="-19048" b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93" name="Straight Arrow Connector 292">
                <a:extLst>
                  <a:ext uri="{FF2B5EF4-FFF2-40B4-BE49-F238E27FC236}">
                    <a16:creationId xmlns:a16="http://schemas.microsoft.com/office/drawing/2014/main" id="{632BBD09-F967-34CD-D8C1-ABBF8319A744}"/>
                  </a:ext>
                </a:extLst>
              </p:cNvPr>
              <p:cNvCxnSpPr/>
              <p:nvPr/>
            </p:nvCxnSpPr>
            <p:spPr>
              <a:xfrm>
                <a:off x="1452852" y="903111"/>
                <a:ext cx="230867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BD159EEF-D93F-CBB5-81EC-A655E3B5F8BB}"/>
                      </a:ext>
                    </a:extLst>
                  </p:cNvPr>
                  <p:cNvSpPr txBox="1"/>
                  <p:nvPr/>
                </p:nvSpPr>
                <p:spPr>
                  <a:xfrm>
                    <a:off x="2571094" y="539955"/>
                    <a:ext cx="201465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BD159EEF-D93F-CBB5-81EC-A655E3B5F8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71094" y="539955"/>
                    <a:ext cx="201465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41176" r="-35294" b="-3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95" name="Straight Arrow Connector 294">
                <a:extLst>
                  <a:ext uri="{FF2B5EF4-FFF2-40B4-BE49-F238E27FC236}">
                    <a16:creationId xmlns:a16="http://schemas.microsoft.com/office/drawing/2014/main" id="{98B43E6C-1623-1C65-795F-8942ABBC3862}"/>
                  </a:ext>
                </a:extLst>
              </p:cNvPr>
              <p:cNvCxnSpPr/>
              <p:nvPr/>
            </p:nvCxnSpPr>
            <p:spPr>
              <a:xfrm>
                <a:off x="3787322" y="903111"/>
                <a:ext cx="230867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6" name="TextBox 295">
                    <a:extLst>
                      <a:ext uri="{FF2B5EF4-FFF2-40B4-BE49-F238E27FC236}">
                        <a16:creationId xmlns:a16="http://schemas.microsoft.com/office/drawing/2014/main" id="{EFA4198A-5268-F3A5-6839-1C4931879763}"/>
                      </a:ext>
                    </a:extLst>
                  </p:cNvPr>
                  <p:cNvSpPr txBox="1"/>
                  <p:nvPr/>
                </p:nvSpPr>
                <p:spPr>
                  <a:xfrm>
                    <a:off x="4589475" y="547470"/>
                    <a:ext cx="465512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96" name="TextBox 295">
                    <a:extLst>
                      <a:ext uri="{FF2B5EF4-FFF2-40B4-BE49-F238E27FC236}">
                        <a16:creationId xmlns:a16="http://schemas.microsoft.com/office/drawing/2014/main" id="{EFA4198A-5268-F3A5-6839-1C49318797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89475" y="547470"/>
                    <a:ext cx="465512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8919" r="-5405" b="-3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7" name="TextBox 296">
                <a:extLst>
                  <a:ext uri="{FF2B5EF4-FFF2-40B4-BE49-F238E27FC236}">
                    <a16:creationId xmlns:a16="http://schemas.microsoft.com/office/drawing/2014/main" id="{9EBD67E0-908A-4FF7-2D8E-59FE06D2A48D}"/>
                  </a:ext>
                </a:extLst>
              </p:cNvPr>
              <p:cNvSpPr txBox="1"/>
              <p:nvPr/>
            </p:nvSpPr>
            <p:spPr>
              <a:xfrm>
                <a:off x="835197" y="3835725"/>
                <a:ext cx="11996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Input data</a:t>
                </a:r>
              </a:p>
            </p:txBody>
          </p:sp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13114CFC-6929-7B3B-A140-1CAAB73F6755}"/>
                  </a:ext>
                </a:extLst>
              </p:cNvPr>
              <p:cNvSpPr txBox="1"/>
              <p:nvPr/>
            </p:nvSpPr>
            <p:spPr>
              <a:xfrm>
                <a:off x="2600101" y="3835725"/>
                <a:ext cx="23294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Latent representation</a:t>
                </a:r>
              </a:p>
            </p:txBody>
          </p:sp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AFE562DD-877F-DC4B-6196-9A57CF2F3E91}"/>
                  </a:ext>
                </a:extLst>
              </p:cNvPr>
              <p:cNvSpPr txBox="1"/>
              <p:nvPr/>
            </p:nvSpPr>
            <p:spPr>
              <a:xfrm>
                <a:off x="5203436" y="3835725"/>
                <a:ext cx="1717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Reconstruction</a:t>
                </a:r>
              </a:p>
            </p:txBody>
          </p:sp>
          <p:sp>
            <p:nvSpPr>
              <p:cNvPr id="300" name="TextBox 299">
                <a:extLst>
                  <a:ext uri="{FF2B5EF4-FFF2-40B4-BE49-F238E27FC236}">
                    <a16:creationId xmlns:a16="http://schemas.microsoft.com/office/drawing/2014/main" id="{98492E3C-A102-4550-C3AC-7296FBF87C92}"/>
                  </a:ext>
                </a:extLst>
              </p:cNvPr>
              <p:cNvSpPr txBox="1"/>
              <p:nvPr/>
            </p:nvSpPr>
            <p:spPr>
              <a:xfrm>
                <a:off x="1393338" y="885037"/>
                <a:ext cx="10166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i="1" dirty="0"/>
                  <a:t>Encoder</a:t>
                </a: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E8B0D2A9-4F10-4079-4E04-7A49769D6333}"/>
                  </a:ext>
                </a:extLst>
              </p:cNvPr>
              <p:cNvSpPr txBox="1"/>
              <p:nvPr/>
            </p:nvSpPr>
            <p:spPr>
              <a:xfrm>
                <a:off x="3747907" y="885037"/>
                <a:ext cx="10422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i="1" dirty="0"/>
                  <a:t>Decoder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B5715E37-4E8A-B3D6-D77C-2D50B365EBF8}"/>
                      </a:ext>
                    </a:extLst>
                  </p:cNvPr>
                  <p:cNvSpPr txBox="1"/>
                  <p:nvPr/>
                </p:nvSpPr>
                <p:spPr>
                  <a:xfrm>
                    <a:off x="3664431" y="1955645"/>
                    <a:ext cx="200824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B5715E37-4E8A-B3D6-D77C-2D50B365EB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4431" y="1955645"/>
                    <a:ext cx="200824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9412" r="-23529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AC8EF367-5173-0BD9-729E-4044F4E1539B}"/>
                      </a:ext>
                    </a:extLst>
                  </p:cNvPr>
                  <p:cNvSpPr txBox="1"/>
                  <p:nvPr/>
                </p:nvSpPr>
                <p:spPr>
                  <a:xfrm>
                    <a:off x="3664431" y="2391754"/>
                    <a:ext cx="209866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AC8EF367-5173-0BD9-729E-4044F4E153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4431" y="2391754"/>
                    <a:ext cx="209866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1111" r="-111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4ED65A5E-425F-9893-7D51-E0AE008375E4}"/>
                      </a:ext>
                    </a:extLst>
                  </p:cNvPr>
                  <p:cNvSpPr txBox="1"/>
                  <p:nvPr/>
                </p:nvSpPr>
                <p:spPr>
                  <a:xfrm>
                    <a:off x="2435196" y="4207020"/>
                    <a:ext cx="271029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4ED65A5E-425F-9893-7D51-E0AE008375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35196" y="4207020"/>
                    <a:ext cx="2710294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07" name="Bent Arrow 306">
              <a:extLst>
                <a:ext uri="{FF2B5EF4-FFF2-40B4-BE49-F238E27FC236}">
                  <a16:creationId xmlns:a16="http://schemas.microsoft.com/office/drawing/2014/main" id="{C635D839-19CE-CAB9-4FBC-6479C3854E63}"/>
                </a:ext>
              </a:extLst>
            </p:cNvPr>
            <p:cNvSpPr/>
            <p:nvPr/>
          </p:nvSpPr>
          <p:spPr>
            <a:xfrm rot="16200000">
              <a:off x="1755535" y="3865682"/>
              <a:ext cx="656493" cy="1647095"/>
            </a:xfrm>
            <a:prstGeom prst="bentArrow">
              <a:avLst>
                <a:gd name="adj1" fmla="val 11335"/>
                <a:gd name="adj2" fmla="val 16925"/>
                <a:gd name="adj3" fmla="val 25000"/>
                <a:gd name="adj4" fmla="val 43750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08" name="Bent Arrow 307">
              <a:extLst>
                <a:ext uri="{FF2B5EF4-FFF2-40B4-BE49-F238E27FC236}">
                  <a16:creationId xmlns:a16="http://schemas.microsoft.com/office/drawing/2014/main" id="{E55AA03C-FAD3-EACA-50BA-5E8ACD42E854}"/>
                </a:ext>
              </a:extLst>
            </p:cNvPr>
            <p:cNvSpPr/>
            <p:nvPr/>
          </p:nvSpPr>
          <p:spPr>
            <a:xfrm rot="5400000" flipH="1">
              <a:off x="5032131" y="3865682"/>
              <a:ext cx="656494" cy="1647095"/>
            </a:xfrm>
            <a:prstGeom prst="bentArrow">
              <a:avLst>
                <a:gd name="adj1" fmla="val 11335"/>
                <a:gd name="adj2" fmla="val 16925"/>
                <a:gd name="adj3" fmla="val 25000"/>
                <a:gd name="adj4" fmla="val 43750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9" name="TextBox 308">
                  <a:extLst>
                    <a:ext uri="{FF2B5EF4-FFF2-40B4-BE49-F238E27FC236}">
                      <a16:creationId xmlns:a16="http://schemas.microsoft.com/office/drawing/2014/main" id="{C4997888-063B-ECE5-E143-F2380CE5FC03}"/>
                    </a:ext>
                  </a:extLst>
                </p:cNvPr>
                <p:cNvSpPr txBox="1"/>
                <p:nvPr/>
              </p:nvSpPr>
              <p:spPr>
                <a:xfrm>
                  <a:off x="1901651" y="4770511"/>
                  <a:ext cx="3777381" cy="7694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u="sng" dirty="0"/>
                    <a:t>Training loss</a:t>
                  </a:r>
                </a:p>
                <a:p>
                  <a:pPr algn="ctr"/>
                  <a:endParaRPr lang="en-US" sz="800" dirty="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=|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KL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>
            <p:sp>
              <p:nvSpPr>
                <p:cNvPr id="309" name="TextBox 308">
                  <a:extLst>
                    <a:ext uri="{FF2B5EF4-FFF2-40B4-BE49-F238E27FC236}">
                      <a16:creationId xmlns:a16="http://schemas.microsoft.com/office/drawing/2014/main" id="{C4997888-063B-ECE5-E143-F2380CE5FC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1651" y="4770511"/>
                  <a:ext cx="3777381" cy="769441"/>
                </a:xfrm>
                <a:prstGeom prst="rect">
                  <a:avLst/>
                </a:prstGeom>
                <a:blipFill>
                  <a:blip r:embed="rId10"/>
                  <a:stretch>
                    <a:fillRect t="-3226" b="-645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85047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B0BC6-3F30-1B32-AF73-13478B25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Rectangle 305">
            <a:extLst>
              <a:ext uri="{FF2B5EF4-FFF2-40B4-BE49-F238E27FC236}">
                <a16:creationId xmlns:a16="http://schemas.microsoft.com/office/drawing/2014/main" id="{5E3B5C43-B36E-2DB4-076D-E56E5A815F80}"/>
              </a:ext>
            </a:extLst>
          </p:cNvPr>
          <p:cNvSpPr/>
          <p:nvPr/>
        </p:nvSpPr>
        <p:spPr>
          <a:xfrm>
            <a:off x="567346" y="445477"/>
            <a:ext cx="6560285" cy="40766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89DC090-6F56-DB34-E150-28753B12F5EF}"/>
              </a:ext>
            </a:extLst>
          </p:cNvPr>
          <p:cNvGrpSpPr/>
          <p:nvPr/>
        </p:nvGrpSpPr>
        <p:grpSpPr>
          <a:xfrm>
            <a:off x="1210783" y="1179811"/>
            <a:ext cx="2551289" cy="2376310"/>
            <a:chOff x="1210783" y="1179811"/>
            <a:chExt cx="2551289" cy="237631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62427CF-ABE0-E422-B460-1238F2AA4E5F}"/>
                </a:ext>
              </a:extLst>
            </p:cNvPr>
            <p:cNvSpPr/>
            <p:nvPr/>
          </p:nvSpPr>
          <p:spPr>
            <a:xfrm>
              <a:off x="1210783" y="2026477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DC5FB3B-0B08-1730-700D-D6EC54637663}"/>
                </a:ext>
              </a:extLst>
            </p:cNvPr>
            <p:cNvSpPr/>
            <p:nvPr/>
          </p:nvSpPr>
          <p:spPr>
            <a:xfrm>
              <a:off x="1210783" y="2449810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Oval 228">
              <a:extLst>
                <a:ext uri="{FF2B5EF4-FFF2-40B4-BE49-F238E27FC236}">
                  <a16:creationId xmlns:a16="http://schemas.microsoft.com/office/drawing/2014/main" id="{0F590369-237C-88E5-23A8-F7CA33DAC8DE}"/>
                </a:ext>
              </a:extLst>
            </p:cNvPr>
            <p:cNvSpPr/>
            <p:nvPr/>
          </p:nvSpPr>
          <p:spPr>
            <a:xfrm flipH="1">
              <a:off x="3502426" y="1603144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Oval 229">
              <a:extLst>
                <a:ext uri="{FF2B5EF4-FFF2-40B4-BE49-F238E27FC236}">
                  <a16:creationId xmlns:a16="http://schemas.microsoft.com/office/drawing/2014/main" id="{9277CFC3-55F3-4DE2-6838-19A734FA4541}"/>
                </a:ext>
              </a:extLst>
            </p:cNvPr>
            <p:cNvSpPr/>
            <p:nvPr/>
          </p:nvSpPr>
          <p:spPr>
            <a:xfrm flipH="1">
              <a:off x="3502426" y="2026477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Oval 230">
              <a:extLst>
                <a:ext uri="{FF2B5EF4-FFF2-40B4-BE49-F238E27FC236}">
                  <a16:creationId xmlns:a16="http://schemas.microsoft.com/office/drawing/2014/main" id="{5902D8CA-D674-6F82-42C9-8272DCB746A9}"/>
                </a:ext>
              </a:extLst>
            </p:cNvPr>
            <p:cNvSpPr/>
            <p:nvPr/>
          </p:nvSpPr>
          <p:spPr>
            <a:xfrm flipH="1">
              <a:off x="3502427" y="2449810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3BF431D4-671B-6B38-5882-CFF0E72AFEFA}"/>
                </a:ext>
              </a:extLst>
            </p:cNvPr>
            <p:cNvSpPr/>
            <p:nvPr/>
          </p:nvSpPr>
          <p:spPr>
            <a:xfrm flipH="1">
              <a:off x="3502427" y="2873143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Oval 232">
              <a:extLst>
                <a:ext uri="{FF2B5EF4-FFF2-40B4-BE49-F238E27FC236}">
                  <a16:creationId xmlns:a16="http://schemas.microsoft.com/office/drawing/2014/main" id="{8E810F14-CAE5-801A-E724-D2DE9BAC85C2}"/>
                </a:ext>
              </a:extLst>
            </p:cNvPr>
            <p:cNvSpPr/>
            <p:nvPr/>
          </p:nvSpPr>
          <p:spPr>
            <a:xfrm flipH="1">
              <a:off x="2311448" y="1179811"/>
              <a:ext cx="259645" cy="25964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Oval 233">
              <a:extLst>
                <a:ext uri="{FF2B5EF4-FFF2-40B4-BE49-F238E27FC236}">
                  <a16:creationId xmlns:a16="http://schemas.microsoft.com/office/drawing/2014/main" id="{2C60AD51-BE9F-32A7-BAC5-DF1CFD34EE08}"/>
                </a:ext>
              </a:extLst>
            </p:cNvPr>
            <p:cNvSpPr/>
            <p:nvPr/>
          </p:nvSpPr>
          <p:spPr>
            <a:xfrm flipH="1">
              <a:off x="2311448" y="1603144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Oval 234">
              <a:extLst>
                <a:ext uri="{FF2B5EF4-FFF2-40B4-BE49-F238E27FC236}">
                  <a16:creationId xmlns:a16="http://schemas.microsoft.com/office/drawing/2014/main" id="{5CC1CB09-2386-3F8C-AA03-CE195503C1C3}"/>
                </a:ext>
              </a:extLst>
            </p:cNvPr>
            <p:cNvSpPr/>
            <p:nvPr/>
          </p:nvSpPr>
          <p:spPr>
            <a:xfrm flipH="1">
              <a:off x="2311449" y="2026477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Oval 235">
              <a:extLst>
                <a:ext uri="{FF2B5EF4-FFF2-40B4-BE49-F238E27FC236}">
                  <a16:creationId xmlns:a16="http://schemas.microsoft.com/office/drawing/2014/main" id="{278EADB0-F76D-3E77-E4A9-FD34EA390412}"/>
                </a:ext>
              </a:extLst>
            </p:cNvPr>
            <p:cNvSpPr/>
            <p:nvPr/>
          </p:nvSpPr>
          <p:spPr>
            <a:xfrm flipH="1">
              <a:off x="2311449" y="2449810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Oval 236">
              <a:extLst>
                <a:ext uri="{FF2B5EF4-FFF2-40B4-BE49-F238E27FC236}">
                  <a16:creationId xmlns:a16="http://schemas.microsoft.com/office/drawing/2014/main" id="{2CB7823F-AB27-825F-C307-A61AD08402C8}"/>
                </a:ext>
              </a:extLst>
            </p:cNvPr>
            <p:cNvSpPr/>
            <p:nvPr/>
          </p:nvSpPr>
          <p:spPr>
            <a:xfrm flipH="1">
              <a:off x="2311449" y="2873143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26FA407-96B7-C86A-A783-47F282EF8F33}"/>
                </a:ext>
              </a:extLst>
            </p:cNvPr>
            <p:cNvSpPr/>
            <p:nvPr/>
          </p:nvSpPr>
          <p:spPr>
            <a:xfrm flipH="1">
              <a:off x="2311449" y="3296476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5E894ECF-544D-0899-EE3D-3713DBC03176}"/>
                </a:ext>
              </a:extLst>
            </p:cNvPr>
            <p:cNvCxnSpPr>
              <a:cxnSpLocks/>
              <a:stCxn id="229" idx="6"/>
              <a:endCxn id="233" idx="2"/>
            </p:cNvCxnSpPr>
            <p:nvPr/>
          </p:nvCxnSpPr>
          <p:spPr>
            <a:xfrm flipH="1" flipV="1">
              <a:off x="2571093" y="1309634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FCCBB346-B9C9-B79B-4385-4BFAA06B7827}"/>
                </a:ext>
              </a:extLst>
            </p:cNvPr>
            <p:cNvCxnSpPr>
              <a:cxnSpLocks/>
              <a:stCxn id="229" idx="6"/>
              <a:endCxn id="234" idx="2"/>
            </p:cNvCxnSpPr>
            <p:nvPr/>
          </p:nvCxnSpPr>
          <p:spPr>
            <a:xfrm flipH="1">
              <a:off x="2571093" y="1732967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6B87A3F8-DFE4-56B6-A117-DEFB3DF4E091}"/>
                </a:ext>
              </a:extLst>
            </p:cNvPr>
            <p:cNvCxnSpPr>
              <a:cxnSpLocks/>
              <a:stCxn id="229" idx="6"/>
              <a:endCxn id="235" idx="2"/>
            </p:cNvCxnSpPr>
            <p:nvPr/>
          </p:nvCxnSpPr>
          <p:spPr>
            <a:xfrm flipH="1">
              <a:off x="2571094" y="1732967"/>
              <a:ext cx="931332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26037E97-D7DD-E84B-B59F-8E110008E970}"/>
                </a:ext>
              </a:extLst>
            </p:cNvPr>
            <p:cNvCxnSpPr>
              <a:cxnSpLocks/>
              <a:stCxn id="229" idx="6"/>
              <a:endCxn id="236" idx="2"/>
            </p:cNvCxnSpPr>
            <p:nvPr/>
          </p:nvCxnSpPr>
          <p:spPr>
            <a:xfrm flipH="1">
              <a:off x="2571094" y="1732967"/>
              <a:ext cx="931332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34F49763-D825-DA94-D89A-02D78FF785FC}"/>
                </a:ext>
              </a:extLst>
            </p:cNvPr>
            <p:cNvCxnSpPr>
              <a:cxnSpLocks/>
              <a:stCxn id="229" idx="6"/>
              <a:endCxn id="237" idx="2"/>
            </p:cNvCxnSpPr>
            <p:nvPr/>
          </p:nvCxnSpPr>
          <p:spPr>
            <a:xfrm flipH="1">
              <a:off x="2571094" y="1732967"/>
              <a:ext cx="931332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B56AFB06-02A7-7E3F-F550-D395124A4184}"/>
                </a:ext>
              </a:extLst>
            </p:cNvPr>
            <p:cNvCxnSpPr>
              <a:cxnSpLocks/>
              <a:stCxn id="229" idx="6"/>
              <a:endCxn id="238" idx="2"/>
            </p:cNvCxnSpPr>
            <p:nvPr/>
          </p:nvCxnSpPr>
          <p:spPr>
            <a:xfrm flipH="1">
              <a:off x="2571094" y="1732967"/>
              <a:ext cx="931332" cy="169333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A5940BA4-D5A9-287C-F48F-95FE7EF11E23}"/>
                </a:ext>
              </a:extLst>
            </p:cNvPr>
            <p:cNvCxnSpPr>
              <a:cxnSpLocks/>
              <a:stCxn id="230" idx="6"/>
              <a:endCxn id="233" idx="2"/>
            </p:cNvCxnSpPr>
            <p:nvPr/>
          </p:nvCxnSpPr>
          <p:spPr>
            <a:xfrm flipH="1" flipV="1">
              <a:off x="2571093" y="1309634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FDAA9B56-C906-50D1-0805-4D72A2808DEA}"/>
                </a:ext>
              </a:extLst>
            </p:cNvPr>
            <p:cNvCxnSpPr>
              <a:cxnSpLocks/>
              <a:stCxn id="230" idx="6"/>
              <a:endCxn id="234" idx="2"/>
            </p:cNvCxnSpPr>
            <p:nvPr/>
          </p:nvCxnSpPr>
          <p:spPr>
            <a:xfrm flipH="1" flipV="1">
              <a:off x="2571093" y="1732967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45BB31A8-47FD-E4E9-AB78-54D7CAA2FF32}"/>
                </a:ext>
              </a:extLst>
            </p:cNvPr>
            <p:cNvCxnSpPr>
              <a:cxnSpLocks/>
              <a:stCxn id="230" idx="6"/>
              <a:endCxn id="235" idx="2"/>
            </p:cNvCxnSpPr>
            <p:nvPr/>
          </p:nvCxnSpPr>
          <p:spPr>
            <a:xfrm flipH="1">
              <a:off x="2571094" y="2156300"/>
              <a:ext cx="93133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929A1FE2-2F25-7583-E2D4-38E596E5B5F9}"/>
                </a:ext>
              </a:extLst>
            </p:cNvPr>
            <p:cNvCxnSpPr>
              <a:cxnSpLocks/>
              <a:stCxn id="230" idx="6"/>
              <a:endCxn id="236" idx="2"/>
            </p:cNvCxnSpPr>
            <p:nvPr/>
          </p:nvCxnSpPr>
          <p:spPr>
            <a:xfrm flipH="1">
              <a:off x="2571094" y="2156300"/>
              <a:ext cx="931332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11C4951A-ECB1-8138-2465-FC15BEB2FD7D}"/>
                </a:ext>
              </a:extLst>
            </p:cNvPr>
            <p:cNvCxnSpPr>
              <a:cxnSpLocks/>
              <a:stCxn id="230" idx="6"/>
              <a:endCxn id="237" idx="2"/>
            </p:cNvCxnSpPr>
            <p:nvPr/>
          </p:nvCxnSpPr>
          <p:spPr>
            <a:xfrm flipH="1">
              <a:off x="2571094" y="2156300"/>
              <a:ext cx="931332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AEDD0FE8-F519-7283-0665-F702AAD17E17}"/>
                </a:ext>
              </a:extLst>
            </p:cNvPr>
            <p:cNvCxnSpPr>
              <a:cxnSpLocks/>
              <a:stCxn id="230" idx="6"/>
              <a:endCxn id="238" idx="2"/>
            </p:cNvCxnSpPr>
            <p:nvPr/>
          </p:nvCxnSpPr>
          <p:spPr>
            <a:xfrm flipH="1">
              <a:off x="2571094" y="2156300"/>
              <a:ext cx="931332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CAD49DE6-48E5-1D48-D18E-2A1EC9BCFFD9}"/>
                </a:ext>
              </a:extLst>
            </p:cNvPr>
            <p:cNvCxnSpPr>
              <a:cxnSpLocks/>
              <a:stCxn id="231" idx="6"/>
              <a:endCxn id="233" idx="2"/>
            </p:cNvCxnSpPr>
            <p:nvPr/>
          </p:nvCxnSpPr>
          <p:spPr>
            <a:xfrm flipH="1" flipV="1">
              <a:off x="2571093" y="1309634"/>
              <a:ext cx="931334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1E8019BE-8817-0C19-74C2-1A5AB61B62A1}"/>
                </a:ext>
              </a:extLst>
            </p:cNvPr>
            <p:cNvCxnSpPr>
              <a:cxnSpLocks/>
              <a:stCxn id="231" idx="6"/>
              <a:endCxn id="234" idx="2"/>
            </p:cNvCxnSpPr>
            <p:nvPr/>
          </p:nvCxnSpPr>
          <p:spPr>
            <a:xfrm flipH="1" flipV="1">
              <a:off x="2571093" y="1732967"/>
              <a:ext cx="931334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7AB5341E-A7B7-C453-1FF1-D92DE39C6118}"/>
                </a:ext>
              </a:extLst>
            </p:cNvPr>
            <p:cNvCxnSpPr>
              <a:cxnSpLocks/>
              <a:stCxn id="231" idx="6"/>
              <a:endCxn id="235" idx="2"/>
            </p:cNvCxnSpPr>
            <p:nvPr/>
          </p:nvCxnSpPr>
          <p:spPr>
            <a:xfrm flipH="1" flipV="1">
              <a:off x="2571094" y="2156300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15ED078F-DE7B-83F3-02EB-BF2E1CA1AEB5}"/>
                </a:ext>
              </a:extLst>
            </p:cNvPr>
            <p:cNvCxnSpPr>
              <a:cxnSpLocks/>
              <a:stCxn id="231" idx="6"/>
              <a:endCxn id="236" idx="2"/>
            </p:cNvCxnSpPr>
            <p:nvPr/>
          </p:nvCxnSpPr>
          <p:spPr>
            <a:xfrm flipH="1">
              <a:off x="2571094" y="2579633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C4809784-5422-12ED-4527-7725F49E0A2C}"/>
                </a:ext>
              </a:extLst>
            </p:cNvPr>
            <p:cNvCxnSpPr>
              <a:cxnSpLocks/>
              <a:stCxn id="231" idx="6"/>
              <a:endCxn id="237" idx="2"/>
            </p:cNvCxnSpPr>
            <p:nvPr/>
          </p:nvCxnSpPr>
          <p:spPr>
            <a:xfrm flipH="1">
              <a:off x="2571094" y="2579633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1FC18353-51C3-600E-EC27-F8985725CF04}"/>
                </a:ext>
              </a:extLst>
            </p:cNvPr>
            <p:cNvCxnSpPr>
              <a:cxnSpLocks/>
              <a:stCxn id="231" idx="6"/>
              <a:endCxn id="238" idx="2"/>
            </p:cNvCxnSpPr>
            <p:nvPr/>
          </p:nvCxnSpPr>
          <p:spPr>
            <a:xfrm flipH="1">
              <a:off x="2571094" y="2579633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83C6BB2D-60A0-35DC-6B76-FA04F3561DBF}"/>
                </a:ext>
              </a:extLst>
            </p:cNvPr>
            <p:cNvCxnSpPr>
              <a:cxnSpLocks/>
              <a:stCxn id="232" idx="6"/>
              <a:endCxn id="233" idx="2"/>
            </p:cNvCxnSpPr>
            <p:nvPr/>
          </p:nvCxnSpPr>
          <p:spPr>
            <a:xfrm flipH="1" flipV="1">
              <a:off x="2571093" y="1309634"/>
              <a:ext cx="931334" cy="169333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49CA720F-C076-462F-5FD4-687415A0CA94}"/>
                </a:ext>
              </a:extLst>
            </p:cNvPr>
            <p:cNvCxnSpPr>
              <a:cxnSpLocks/>
              <a:stCxn id="232" idx="6"/>
              <a:endCxn id="234" idx="2"/>
            </p:cNvCxnSpPr>
            <p:nvPr/>
          </p:nvCxnSpPr>
          <p:spPr>
            <a:xfrm flipH="1" flipV="1">
              <a:off x="2571093" y="1732967"/>
              <a:ext cx="931334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FA2E5F0F-212A-6454-8C9B-DBD0F7804D6A}"/>
                </a:ext>
              </a:extLst>
            </p:cNvPr>
            <p:cNvCxnSpPr>
              <a:cxnSpLocks/>
              <a:stCxn id="232" idx="6"/>
              <a:endCxn id="235" idx="2"/>
            </p:cNvCxnSpPr>
            <p:nvPr/>
          </p:nvCxnSpPr>
          <p:spPr>
            <a:xfrm flipH="1" flipV="1">
              <a:off x="2571094" y="2156300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6BC4A283-5492-33F4-6954-90E06D85B6B4}"/>
                </a:ext>
              </a:extLst>
            </p:cNvPr>
            <p:cNvCxnSpPr>
              <a:cxnSpLocks/>
              <a:stCxn id="232" idx="6"/>
              <a:endCxn id="236" idx="2"/>
            </p:cNvCxnSpPr>
            <p:nvPr/>
          </p:nvCxnSpPr>
          <p:spPr>
            <a:xfrm flipH="1" flipV="1">
              <a:off x="2571094" y="2579633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6FE0D27D-0631-92D6-0C38-B221B63EB39B}"/>
                </a:ext>
              </a:extLst>
            </p:cNvPr>
            <p:cNvCxnSpPr>
              <a:cxnSpLocks/>
              <a:stCxn id="232" idx="6"/>
              <a:endCxn id="237" idx="2"/>
            </p:cNvCxnSpPr>
            <p:nvPr/>
          </p:nvCxnSpPr>
          <p:spPr>
            <a:xfrm flipH="1">
              <a:off x="2571094" y="3002966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BDFAC1BE-314A-4140-0538-C44FD9FAB170}"/>
                </a:ext>
              </a:extLst>
            </p:cNvPr>
            <p:cNvCxnSpPr>
              <a:cxnSpLocks/>
              <a:stCxn id="232" idx="6"/>
              <a:endCxn id="238" idx="2"/>
            </p:cNvCxnSpPr>
            <p:nvPr/>
          </p:nvCxnSpPr>
          <p:spPr>
            <a:xfrm flipH="1">
              <a:off x="2571094" y="3002966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A8A3E9B7-4E24-6446-7E51-5F073B52E222}"/>
                </a:ext>
              </a:extLst>
            </p:cNvPr>
            <p:cNvCxnSpPr>
              <a:cxnSpLocks/>
              <a:stCxn id="233" idx="6"/>
              <a:endCxn id="16" idx="6"/>
            </p:cNvCxnSpPr>
            <p:nvPr/>
          </p:nvCxnSpPr>
          <p:spPr>
            <a:xfrm flipH="1">
              <a:off x="1470428" y="1309634"/>
              <a:ext cx="841020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5BE6EAC7-9756-1DB3-D64B-23B3BC171536}"/>
                </a:ext>
              </a:extLst>
            </p:cNvPr>
            <p:cNvCxnSpPr>
              <a:cxnSpLocks/>
              <a:stCxn id="234" idx="6"/>
              <a:endCxn id="16" idx="6"/>
            </p:cNvCxnSpPr>
            <p:nvPr/>
          </p:nvCxnSpPr>
          <p:spPr>
            <a:xfrm flipH="1">
              <a:off x="1470428" y="1732967"/>
              <a:ext cx="841020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5EBDAEC2-DB11-C067-00D0-0ED9C42D1E7B}"/>
                </a:ext>
              </a:extLst>
            </p:cNvPr>
            <p:cNvCxnSpPr>
              <a:cxnSpLocks/>
              <a:stCxn id="235" idx="6"/>
              <a:endCxn id="16" idx="6"/>
            </p:cNvCxnSpPr>
            <p:nvPr/>
          </p:nvCxnSpPr>
          <p:spPr>
            <a:xfrm flipH="1">
              <a:off x="1470428" y="2156300"/>
              <a:ext cx="84102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7E7EF25B-A094-A0A0-F4D2-733C292FDA5E}"/>
                </a:ext>
              </a:extLst>
            </p:cNvPr>
            <p:cNvCxnSpPr>
              <a:cxnSpLocks/>
              <a:stCxn id="236" idx="6"/>
              <a:endCxn id="16" idx="6"/>
            </p:cNvCxnSpPr>
            <p:nvPr/>
          </p:nvCxnSpPr>
          <p:spPr>
            <a:xfrm flipH="1" flipV="1">
              <a:off x="1470428" y="2156300"/>
              <a:ext cx="841021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13FF6487-845B-79BE-3B7F-23835870252A}"/>
                </a:ext>
              </a:extLst>
            </p:cNvPr>
            <p:cNvCxnSpPr>
              <a:cxnSpLocks/>
              <a:stCxn id="237" idx="6"/>
              <a:endCxn id="16" idx="6"/>
            </p:cNvCxnSpPr>
            <p:nvPr/>
          </p:nvCxnSpPr>
          <p:spPr>
            <a:xfrm flipH="1" flipV="1">
              <a:off x="1470428" y="2156300"/>
              <a:ext cx="841021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01BA712F-E419-6149-3D53-195FC464D165}"/>
                </a:ext>
              </a:extLst>
            </p:cNvPr>
            <p:cNvCxnSpPr>
              <a:cxnSpLocks/>
              <a:stCxn id="238" idx="6"/>
              <a:endCxn id="16" idx="6"/>
            </p:cNvCxnSpPr>
            <p:nvPr/>
          </p:nvCxnSpPr>
          <p:spPr>
            <a:xfrm flipH="1" flipV="1">
              <a:off x="1470428" y="2156300"/>
              <a:ext cx="841021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270">
              <a:extLst>
                <a:ext uri="{FF2B5EF4-FFF2-40B4-BE49-F238E27FC236}">
                  <a16:creationId xmlns:a16="http://schemas.microsoft.com/office/drawing/2014/main" id="{422E34EA-FD42-61DA-C73E-7743C3976D03}"/>
                </a:ext>
              </a:extLst>
            </p:cNvPr>
            <p:cNvCxnSpPr>
              <a:cxnSpLocks/>
              <a:stCxn id="233" idx="6"/>
              <a:endCxn id="17" idx="6"/>
            </p:cNvCxnSpPr>
            <p:nvPr/>
          </p:nvCxnSpPr>
          <p:spPr>
            <a:xfrm flipH="1">
              <a:off x="1470428" y="1309634"/>
              <a:ext cx="841020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>
              <a:extLst>
                <a:ext uri="{FF2B5EF4-FFF2-40B4-BE49-F238E27FC236}">
                  <a16:creationId xmlns:a16="http://schemas.microsoft.com/office/drawing/2014/main" id="{F9A9FA2D-131D-C59A-ECC3-5C4FC821914F}"/>
                </a:ext>
              </a:extLst>
            </p:cNvPr>
            <p:cNvCxnSpPr>
              <a:cxnSpLocks/>
              <a:stCxn id="234" idx="6"/>
              <a:endCxn id="17" idx="6"/>
            </p:cNvCxnSpPr>
            <p:nvPr/>
          </p:nvCxnSpPr>
          <p:spPr>
            <a:xfrm flipH="1">
              <a:off x="1470428" y="1732967"/>
              <a:ext cx="841020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57CAEB6F-C8AB-49AB-7A96-0C915AFF8349}"/>
                </a:ext>
              </a:extLst>
            </p:cNvPr>
            <p:cNvCxnSpPr>
              <a:cxnSpLocks/>
              <a:stCxn id="235" idx="6"/>
              <a:endCxn id="17" idx="6"/>
            </p:cNvCxnSpPr>
            <p:nvPr/>
          </p:nvCxnSpPr>
          <p:spPr>
            <a:xfrm flipH="1">
              <a:off x="1470428" y="2156300"/>
              <a:ext cx="841021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Connector 273">
              <a:extLst>
                <a:ext uri="{FF2B5EF4-FFF2-40B4-BE49-F238E27FC236}">
                  <a16:creationId xmlns:a16="http://schemas.microsoft.com/office/drawing/2014/main" id="{2C9809BC-4448-3DFF-1705-17515AC770C1}"/>
                </a:ext>
              </a:extLst>
            </p:cNvPr>
            <p:cNvCxnSpPr>
              <a:cxnSpLocks/>
              <a:stCxn id="236" idx="6"/>
              <a:endCxn id="17" idx="6"/>
            </p:cNvCxnSpPr>
            <p:nvPr/>
          </p:nvCxnSpPr>
          <p:spPr>
            <a:xfrm flipH="1">
              <a:off x="1470428" y="2579633"/>
              <a:ext cx="84102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Straight Connector 274">
              <a:extLst>
                <a:ext uri="{FF2B5EF4-FFF2-40B4-BE49-F238E27FC236}">
                  <a16:creationId xmlns:a16="http://schemas.microsoft.com/office/drawing/2014/main" id="{1EBEA499-52B7-D1A7-B7F9-44B73BF12A58}"/>
                </a:ext>
              </a:extLst>
            </p:cNvPr>
            <p:cNvCxnSpPr>
              <a:cxnSpLocks/>
              <a:stCxn id="237" idx="6"/>
              <a:endCxn id="17" idx="6"/>
            </p:cNvCxnSpPr>
            <p:nvPr/>
          </p:nvCxnSpPr>
          <p:spPr>
            <a:xfrm flipH="1" flipV="1">
              <a:off x="1470428" y="2579633"/>
              <a:ext cx="841021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Straight Connector 275">
              <a:extLst>
                <a:ext uri="{FF2B5EF4-FFF2-40B4-BE49-F238E27FC236}">
                  <a16:creationId xmlns:a16="http://schemas.microsoft.com/office/drawing/2014/main" id="{98C83BA2-C34B-8DC0-2097-B5D371CC92E9}"/>
                </a:ext>
              </a:extLst>
            </p:cNvPr>
            <p:cNvCxnSpPr>
              <a:cxnSpLocks/>
              <a:stCxn id="238" idx="6"/>
              <a:endCxn id="17" idx="6"/>
            </p:cNvCxnSpPr>
            <p:nvPr/>
          </p:nvCxnSpPr>
          <p:spPr>
            <a:xfrm flipH="1" flipV="1">
              <a:off x="1470428" y="2579633"/>
              <a:ext cx="841021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688AB584-534A-A7FF-D45B-CCD802C22A23}"/>
                  </a:ext>
                </a:extLst>
              </p:cNvPr>
              <p:cNvSpPr txBox="1"/>
              <p:nvPr/>
            </p:nvSpPr>
            <p:spPr>
              <a:xfrm>
                <a:off x="839261" y="3498208"/>
                <a:ext cx="11777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688AB584-534A-A7FF-D45B-CCD802C22A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261" y="3498208"/>
                <a:ext cx="1177758" cy="307777"/>
              </a:xfrm>
              <a:prstGeom prst="rect">
                <a:avLst/>
              </a:prstGeom>
              <a:blipFill>
                <a:blip r:embed="rId2"/>
                <a:stretch>
                  <a:fillRect l="-5376" r="-5376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CE69B60-8B5B-3295-625B-7FE6DB4B1493}"/>
                  </a:ext>
                </a:extLst>
              </p:cNvPr>
              <p:cNvSpPr txBox="1"/>
              <p:nvPr/>
            </p:nvSpPr>
            <p:spPr>
              <a:xfrm>
                <a:off x="3553989" y="3498208"/>
                <a:ext cx="2548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CE69B60-8B5B-3295-625B-7FE6DB4B14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3989" y="3498208"/>
                <a:ext cx="254877" cy="307777"/>
              </a:xfrm>
              <a:prstGeom prst="rect">
                <a:avLst/>
              </a:prstGeom>
              <a:blipFill>
                <a:blip r:embed="rId3"/>
                <a:stretch>
                  <a:fillRect l="-33333" r="-19048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8" name="TextBox 297">
            <a:extLst>
              <a:ext uri="{FF2B5EF4-FFF2-40B4-BE49-F238E27FC236}">
                <a16:creationId xmlns:a16="http://schemas.microsoft.com/office/drawing/2014/main" id="{795EF539-85C5-DA16-B3B8-3C0C7CBCEB01}"/>
              </a:ext>
            </a:extLst>
          </p:cNvPr>
          <p:cNvSpPr txBox="1"/>
          <p:nvPr/>
        </p:nvSpPr>
        <p:spPr>
          <a:xfrm>
            <a:off x="567346" y="3775849"/>
            <a:ext cx="16125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Random</a:t>
            </a:r>
          </a:p>
          <a:p>
            <a:pPr algn="ctr"/>
            <a:r>
              <a:rPr lang="en-US" dirty="0"/>
              <a:t>Latent sample</a:t>
            </a: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8A4BA4AD-28C4-C244-638E-085DA967FB8B}"/>
              </a:ext>
            </a:extLst>
          </p:cNvPr>
          <p:cNvSpPr txBox="1"/>
          <p:nvPr/>
        </p:nvSpPr>
        <p:spPr>
          <a:xfrm>
            <a:off x="3058488" y="3775849"/>
            <a:ext cx="12357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Generated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932BB97F-6E9B-1EC6-4FD4-9DCF3D050F1E}"/>
              </a:ext>
            </a:extLst>
          </p:cNvPr>
          <p:cNvSpPr txBox="1"/>
          <p:nvPr/>
        </p:nvSpPr>
        <p:spPr>
          <a:xfrm>
            <a:off x="1747735" y="536209"/>
            <a:ext cx="1446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Generator, G</a:t>
            </a:r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CBCC213D-EC55-5652-A680-1BACE43C5783}"/>
              </a:ext>
            </a:extLst>
          </p:cNvPr>
          <p:cNvSpPr txBox="1"/>
          <p:nvPr/>
        </p:nvSpPr>
        <p:spPr>
          <a:xfrm>
            <a:off x="4309385" y="536209"/>
            <a:ext cx="1788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Discriminator, D</a:t>
            </a:r>
          </a:p>
        </p:txBody>
      </p: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F0E5733-215D-ADE6-2C9A-904596734CB7}"/>
              </a:ext>
            </a:extLst>
          </p:cNvPr>
          <p:cNvGrpSpPr/>
          <p:nvPr/>
        </p:nvGrpSpPr>
        <p:grpSpPr>
          <a:xfrm>
            <a:off x="3909037" y="1179811"/>
            <a:ext cx="2551289" cy="2376310"/>
            <a:chOff x="3909037" y="1179811"/>
            <a:chExt cx="2551289" cy="237631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5799011-AD22-B3C2-6903-159EEA7D0AA1}"/>
                </a:ext>
              </a:extLst>
            </p:cNvPr>
            <p:cNvSpPr/>
            <p:nvPr/>
          </p:nvSpPr>
          <p:spPr>
            <a:xfrm flipH="1">
              <a:off x="6200681" y="2214045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D64F852-40C5-8DE2-B01E-24F345787BD7}"/>
                </a:ext>
              </a:extLst>
            </p:cNvPr>
            <p:cNvSpPr/>
            <p:nvPr/>
          </p:nvSpPr>
          <p:spPr>
            <a:xfrm>
              <a:off x="3909038" y="1603144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1D1E227-508C-50B6-E70F-65122FAAC37B}"/>
                </a:ext>
              </a:extLst>
            </p:cNvPr>
            <p:cNvSpPr/>
            <p:nvPr/>
          </p:nvSpPr>
          <p:spPr>
            <a:xfrm>
              <a:off x="3909038" y="2026477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5041E3B-6A9A-7E6B-A7B7-A9B16409F540}"/>
                </a:ext>
              </a:extLst>
            </p:cNvPr>
            <p:cNvSpPr/>
            <p:nvPr/>
          </p:nvSpPr>
          <p:spPr>
            <a:xfrm>
              <a:off x="3909037" y="2449810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5601CD4-D490-952A-9C71-833F9EB40CC2}"/>
                </a:ext>
              </a:extLst>
            </p:cNvPr>
            <p:cNvSpPr/>
            <p:nvPr/>
          </p:nvSpPr>
          <p:spPr>
            <a:xfrm>
              <a:off x="3909037" y="2873143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4906874-2AF1-E9D1-2503-810506D42C68}"/>
                </a:ext>
              </a:extLst>
            </p:cNvPr>
            <p:cNvSpPr/>
            <p:nvPr/>
          </p:nvSpPr>
          <p:spPr>
            <a:xfrm>
              <a:off x="5100016" y="1179811"/>
              <a:ext cx="259645" cy="25964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BC88767-08B2-268A-0EAD-A8BCF69D3D0B}"/>
                </a:ext>
              </a:extLst>
            </p:cNvPr>
            <p:cNvSpPr/>
            <p:nvPr/>
          </p:nvSpPr>
          <p:spPr>
            <a:xfrm>
              <a:off x="5100016" y="1603144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F080C77B-AFD4-48DB-CB83-6428E982F6B4}"/>
                </a:ext>
              </a:extLst>
            </p:cNvPr>
            <p:cNvSpPr/>
            <p:nvPr/>
          </p:nvSpPr>
          <p:spPr>
            <a:xfrm>
              <a:off x="5100015" y="2026477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3317AAD-4660-2B3C-10FC-F4C622C7D06E}"/>
                </a:ext>
              </a:extLst>
            </p:cNvPr>
            <p:cNvSpPr/>
            <p:nvPr/>
          </p:nvSpPr>
          <p:spPr>
            <a:xfrm>
              <a:off x="5100015" y="2449810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FCEE8FF-5B50-35E5-EF7A-AAAEAD3E587A}"/>
                </a:ext>
              </a:extLst>
            </p:cNvPr>
            <p:cNvSpPr/>
            <p:nvPr/>
          </p:nvSpPr>
          <p:spPr>
            <a:xfrm>
              <a:off x="5100015" y="2873143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3324937-08E3-F9F0-8CAD-E9A4DCF8E911}"/>
                </a:ext>
              </a:extLst>
            </p:cNvPr>
            <p:cNvSpPr/>
            <p:nvPr/>
          </p:nvSpPr>
          <p:spPr>
            <a:xfrm>
              <a:off x="5100015" y="3296476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48D784F-2C94-0296-32A8-57FCDD840E30}"/>
                </a:ext>
              </a:extLst>
            </p:cNvPr>
            <p:cNvCxnSpPr>
              <a:cxnSpLocks/>
              <a:stCxn id="18" idx="6"/>
              <a:endCxn id="22" idx="2"/>
            </p:cNvCxnSpPr>
            <p:nvPr/>
          </p:nvCxnSpPr>
          <p:spPr>
            <a:xfrm flipV="1">
              <a:off x="4168683" y="1309634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4A85F78-18C7-0A5F-A28D-F99732D8FD3B}"/>
                </a:ext>
              </a:extLst>
            </p:cNvPr>
            <p:cNvCxnSpPr>
              <a:cxnSpLocks/>
              <a:stCxn id="18" idx="6"/>
              <a:endCxn id="23" idx="2"/>
            </p:cNvCxnSpPr>
            <p:nvPr/>
          </p:nvCxnSpPr>
          <p:spPr>
            <a:xfrm>
              <a:off x="4168683" y="1732967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F35328C-A48B-5EE7-ABB4-BD1EC2B80566}"/>
                </a:ext>
              </a:extLst>
            </p:cNvPr>
            <p:cNvCxnSpPr>
              <a:cxnSpLocks/>
              <a:stCxn id="18" idx="6"/>
              <a:endCxn id="24" idx="2"/>
            </p:cNvCxnSpPr>
            <p:nvPr/>
          </p:nvCxnSpPr>
          <p:spPr>
            <a:xfrm>
              <a:off x="4168683" y="1732967"/>
              <a:ext cx="931332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EFF0A6A-872A-E903-609A-9B69A5398A1D}"/>
                </a:ext>
              </a:extLst>
            </p:cNvPr>
            <p:cNvCxnSpPr>
              <a:cxnSpLocks/>
              <a:stCxn id="18" idx="6"/>
              <a:endCxn id="25" idx="2"/>
            </p:cNvCxnSpPr>
            <p:nvPr/>
          </p:nvCxnSpPr>
          <p:spPr>
            <a:xfrm>
              <a:off x="4168683" y="1732967"/>
              <a:ext cx="931332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EB6ADB4-77CE-593A-821A-43E0F13B3021}"/>
                </a:ext>
              </a:extLst>
            </p:cNvPr>
            <p:cNvCxnSpPr>
              <a:cxnSpLocks/>
              <a:stCxn id="18" idx="6"/>
              <a:endCxn id="26" idx="2"/>
            </p:cNvCxnSpPr>
            <p:nvPr/>
          </p:nvCxnSpPr>
          <p:spPr>
            <a:xfrm>
              <a:off x="4168683" y="1732967"/>
              <a:ext cx="931332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7008D9C-DA82-671A-2543-8038BF063A86}"/>
                </a:ext>
              </a:extLst>
            </p:cNvPr>
            <p:cNvCxnSpPr>
              <a:cxnSpLocks/>
              <a:stCxn id="18" idx="6"/>
              <a:endCxn id="27" idx="2"/>
            </p:cNvCxnSpPr>
            <p:nvPr/>
          </p:nvCxnSpPr>
          <p:spPr>
            <a:xfrm>
              <a:off x="4168683" y="1732967"/>
              <a:ext cx="931332" cy="169333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1221A1F-833E-1571-D90A-5B4EB1734727}"/>
                </a:ext>
              </a:extLst>
            </p:cNvPr>
            <p:cNvCxnSpPr>
              <a:cxnSpLocks/>
              <a:stCxn id="19" idx="6"/>
              <a:endCxn id="22" idx="2"/>
            </p:cNvCxnSpPr>
            <p:nvPr/>
          </p:nvCxnSpPr>
          <p:spPr>
            <a:xfrm flipV="1">
              <a:off x="4168683" y="1309634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099FEEA-7BDE-36DF-BB7E-0DED7416A325}"/>
                </a:ext>
              </a:extLst>
            </p:cNvPr>
            <p:cNvCxnSpPr>
              <a:cxnSpLocks/>
              <a:stCxn id="19" idx="6"/>
              <a:endCxn id="23" idx="2"/>
            </p:cNvCxnSpPr>
            <p:nvPr/>
          </p:nvCxnSpPr>
          <p:spPr>
            <a:xfrm flipV="1">
              <a:off x="4168683" y="1732967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1BFB625-1811-F1DC-991B-6E3CC4C7B6C0}"/>
                </a:ext>
              </a:extLst>
            </p:cNvPr>
            <p:cNvCxnSpPr>
              <a:cxnSpLocks/>
              <a:stCxn id="19" idx="6"/>
              <a:endCxn id="24" idx="2"/>
            </p:cNvCxnSpPr>
            <p:nvPr/>
          </p:nvCxnSpPr>
          <p:spPr>
            <a:xfrm>
              <a:off x="4168683" y="2156300"/>
              <a:ext cx="93133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60EC3F8-C030-0298-AB40-16E4330DDFCB}"/>
                </a:ext>
              </a:extLst>
            </p:cNvPr>
            <p:cNvCxnSpPr>
              <a:cxnSpLocks/>
              <a:stCxn id="19" idx="6"/>
              <a:endCxn id="25" idx="2"/>
            </p:cNvCxnSpPr>
            <p:nvPr/>
          </p:nvCxnSpPr>
          <p:spPr>
            <a:xfrm>
              <a:off x="4168683" y="2156300"/>
              <a:ext cx="931332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507C5D7-A5E4-A496-F3B3-4582CF19AC6E}"/>
                </a:ext>
              </a:extLst>
            </p:cNvPr>
            <p:cNvCxnSpPr>
              <a:cxnSpLocks/>
              <a:stCxn id="19" idx="6"/>
              <a:endCxn id="26" idx="2"/>
            </p:cNvCxnSpPr>
            <p:nvPr/>
          </p:nvCxnSpPr>
          <p:spPr>
            <a:xfrm>
              <a:off x="4168683" y="2156300"/>
              <a:ext cx="931332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E004881-6876-2CE3-7F24-EBFEEFA0B972}"/>
                </a:ext>
              </a:extLst>
            </p:cNvPr>
            <p:cNvCxnSpPr>
              <a:cxnSpLocks/>
              <a:stCxn id="19" idx="6"/>
              <a:endCxn id="27" idx="2"/>
            </p:cNvCxnSpPr>
            <p:nvPr/>
          </p:nvCxnSpPr>
          <p:spPr>
            <a:xfrm>
              <a:off x="4168683" y="2156300"/>
              <a:ext cx="931332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A9D639B-C461-B39F-59D7-116DBB96EC01}"/>
                </a:ext>
              </a:extLst>
            </p:cNvPr>
            <p:cNvCxnSpPr>
              <a:cxnSpLocks/>
              <a:stCxn id="20" idx="6"/>
              <a:endCxn id="22" idx="2"/>
            </p:cNvCxnSpPr>
            <p:nvPr/>
          </p:nvCxnSpPr>
          <p:spPr>
            <a:xfrm flipV="1">
              <a:off x="4168682" y="1309634"/>
              <a:ext cx="931334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439312A-CB31-198A-FCC6-AEC775E47B16}"/>
                </a:ext>
              </a:extLst>
            </p:cNvPr>
            <p:cNvCxnSpPr>
              <a:cxnSpLocks/>
              <a:stCxn id="20" idx="6"/>
              <a:endCxn id="23" idx="2"/>
            </p:cNvCxnSpPr>
            <p:nvPr/>
          </p:nvCxnSpPr>
          <p:spPr>
            <a:xfrm flipV="1">
              <a:off x="4168682" y="1732967"/>
              <a:ext cx="931334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262315C-D18C-2BBF-DCCD-58E92FCE449B}"/>
                </a:ext>
              </a:extLst>
            </p:cNvPr>
            <p:cNvCxnSpPr>
              <a:cxnSpLocks/>
              <a:stCxn id="20" idx="6"/>
              <a:endCxn id="24" idx="2"/>
            </p:cNvCxnSpPr>
            <p:nvPr/>
          </p:nvCxnSpPr>
          <p:spPr>
            <a:xfrm flipV="1">
              <a:off x="4168682" y="2156300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583AA09-F3F0-D418-AC76-054955E7696F}"/>
                </a:ext>
              </a:extLst>
            </p:cNvPr>
            <p:cNvCxnSpPr>
              <a:cxnSpLocks/>
              <a:stCxn id="20" idx="6"/>
              <a:endCxn id="25" idx="2"/>
            </p:cNvCxnSpPr>
            <p:nvPr/>
          </p:nvCxnSpPr>
          <p:spPr>
            <a:xfrm>
              <a:off x="4168682" y="2579633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CCBC59A6-4232-D925-BAFC-1D770227A579}"/>
                </a:ext>
              </a:extLst>
            </p:cNvPr>
            <p:cNvCxnSpPr>
              <a:cxnSpLocks/>
              <a:stCxn id="20" idx="6"/>
              <a:endCxn id="26" idx="2"/>
            </p:cNvCxnSpPr>
            <p:nvPr/>
          </p:nvCxnSpPr>
          <p:spPr>
            <a:xfrm>
              <a:off x="4168682" y="2579633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571528F-BCA8-7543-3F00-B8B3A5CEECBE}"/>
                </a:ext>
              </a:extLst>
            </p:cNvPr>
            <p:cNvCxnSpPr>
              <a:cxnSpLocks/>
              <a:stCxn id="20" idx="6"/>
              <a:endCxn id="27" idx="2"/>
            </p:cNvCxnSpPr>
            <p:nvPr/>
          </p:nvCxnSpPr>
          <p:spPr>
            <a:xfrm>
              <a:off x="4168682" y="2579633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602D503-51AB-1D8E-A775-4065CB87631F}"/>
                </a:ext>
              </a:extLst>
            </p:cNvPr>
            <p:cNvCxnSpPr>
              <a:cxnSpLocks/>
              <a:stCxn id="21" idx="6"/>
              <a:endCxn id="22" idx="2"/>
            </p:cNvCxnSpPr>
            <p:nvPr/>
          </p:nvCxnSpPr>
          <p:spPr>
            <a:xfrm flipV="1">
              <a:off x="4168682" y="1309634"/>
              <a:ext cx="931334" cy="169333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67BFC74-D30D-B1A6-884F-8CCBE6A5894A}"/>
                </a:ext>
              </a:extLst>
            </p:cNvPr>
            <p:cNvCxnSpPr>
              <a:cxnSpLocks/>
              <a:stCxn id="21" idx="6"/>
              <a:endCxn id="23" idx="2"/>
            </p:cNvCxnSpPr>
            <p:nvPr/>
          </p:nvCxnSpPr>
          <p:spPr>
            <a:xfrm flipV="1">
              <a:off x="4168682" y="1732967"/>
              <a:ext cx="931334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42C6EB88-9B1A-96CA-51C5-C95588D1B8B8}"/>
                </a:ext>
              </a:extLst>
            </p:cNvPr>
            <p:cNvCxnSpPr>
              <a:cxnSpLocks/>
              <a:stCxn id="21" idx="6"/>
              <a:endCxn id="24" idx="2"/>
            </p:cNvCxnSpPr>
            <p:nvPr/>
          </p:nvCxnSpPr>
          <p:spPr>
            <a:xfrm flipV="1">
              <a:off x="4168682" y="2156300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8C9C2A39-540D-9110-523A-9F7562FF2BA7}"/>
                </a:ext>
              </a:extLst>
            </p:cNvPr>
            <p:cNvCxnSpPr>
              <a:cxnSpLocks/>
              <a:stCxn id="21" idx="6"/>
              <a:endCxn id="25" idx="2"/>
            </p:cNvCxnSpPr>
            <p:nvPr/>
          </p:nvCxnSpPr>
          <p:spPr>
            <a:xfrm flipV="1">
              <a:off x="4168682" y="2579633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28D1011-A2C4-C186-F39F-0911C440B2D2}"/>
                </a:ext>
              </a:extLst>
            </p:cNvPr>
            <p:cNvCxnSpPr>
              <a:cxnSpLocks/>
              <a:stCxn id="21" idx="6"/>
              <a:endCxn id="26" idx="2"/>
            </p:cNvCxnSpPr>
            <p:nvPr/>
          </p:nvCxnSpPr>
          <p:spPr>
            <a:xfrm>
              <a:off x="4168682" y="3002966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9FBBEF4-CE92-C41D-DE7B-2FED5B324DAB}"/>
                </a:ext>
              </a:extLst>
            </p:cNvPr>
            <p:cNvCxnSpPr>
              <a:cxnSpLocks/>
              <a:stCxn id="21" idx="6"/>
              <a:endCxn id="27" idx="2"/>
            </p:cNvCxnSpPr>
            <p:nvPr/>
          </p:nvCxnSpPr>
          <p:spPr>
            <a:xfrm>
              <a:off x="4168682" y="3002966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8B0BD76-2B9F-EEB7-76AD-3B30951BD65F}"/>
                </a:ext>
              </a:extLst>
            </p:cNvPr>
            <p:cNvCxnSpPr>
              <a:cxnSpLocks/>
              <a:stCxn id="22" idx="6"/>
              <a:endCxn id="8" idx="6"/>
            </p:cNvCxnSpPr>
            <p:nvPr/>
          </p:nvCxnSpPr>
          <p:spPr>
            <a:xfrm>
              <a:off x="5359661" y="1309634"/>
              <a:ext cx="841020" cy="10342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08B6035-5517-BC84-2085-41F552EE4489}"/>
                </a:ext>
              </a:extLst>
            </p:cNvPr>
            <p:cNvCxnSpPr>
              <a:cxnSpLocks/>
              <a:stCxn id="23" idx="6"/>
              <a:endCxn id="8" idx="6"/>
            </p:cNvCxnSpPr>
            <p:nvPr/>
          </p:nvCxnSpPr>
          <p:spPr>
            <a:xfrm>
              <a:off x="5359661" y="1732967"/>
              <a:ext cx="841020" cy="6109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E9C73D83-109C-9CF6-9D46-EEF3C2C88371}"/>
                </a:ext>
              </a:extLst>
            </p:cNvPr>
            <p:cNvCxnSpPr>
              <a:cxnSpLocks/>
              <a:stCxn id="24" idx="6"/>
              <a:endCxn id="8" idx="6"/>
            </p:cNvCxnSpPr>
            <p:nvPr/>
          </p:nvCxnSpPr>
          <p:spPr>
            <a:xfrm>
              <a:off x="5359660" y="2156300"/>
              <a:ext cx="841021" cy="18756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4BD6797-7C53-FD90-875E-7114061C328E}"/>
                </a:ext>
              </a:extLst>
            </p:cNvPr>
            <p:cNvCxnSpPr>
              <a:cxnSpLocks/>
              <a:stCxn id="25" idx="6"/>
              <a:endCxn id="8" idx="6"/>
            </p:cNvCxnSpPr>
            <p:nvPr/>
          </p:nvCxnSpPr>
          <p:spPr>
            <a:xfrm flipV="1">
              <a:off x="5359660" y="2343868"/>
              <a:ext cx="841021" cy="23576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CB4F708-BA52-B39A-9756-5B84059009F4}"/>
                </a:ext>
              </a:extLst>
            </p:cNvPr>
            <p:cNvCxnSpPr>
              <a:cxnSpLocks/>
              <a:stCxn id="26" idx="6"/>
              <a:endCxn id="8" idx="6"/>
            </p:cNvCxnSpPr>
            <p:nvPr/>
          </p:nvCxnSpPr>
          <p:spPr>
            <a:xfrm flipV="1">
              <a:off x="5359660" y="2343868"/>
              <a:ext cx="841021" cy="65909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35A9597-7DF5-F454-277D-8823D8D66973}"/>
                </a:ext>
              </a:extLst>
            </p:cNvPr>
            <p:cNvCxnSpPr>
              <a:cxnSpLocks/>
              <a:stCxn id="27" idx="6"/>
              <a:endCxn id="8" idx="6"/>
            </p:cNvCxnSpPr>
            <p:nvPr/>
          </p:nvCxnSpPr>
          <p:spPr>
            <a:xfrm flipV="1">
              <a:off x="5359660" y="2343868"/>
              <a:ext cx="841021" cy="108243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Left Brace 79">
            <a:extLst>
              <a:ext uri="{FF2B5EF4-FFF2-40B4-BE49-F238E27FC236}">
                <a16:creationId xmlns:a16="http://schemas.microsoft.com/office/drawing/2014/main" id="{CEDC0DAF-660A-A949-E496-5405555DE3F6}"/>
              </a:ext>
            </a:extLst>
          </p:cNvPr>
          <p:cNvSpPr/>
          <p:nvPr/>
        </p:nvSpPr>
        <p:spPr>
          <a:xfrm rot="5400000">
            <a:off x="2344651" y="-129535"/>
            <a:ext cx="257908" cy="225161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Left Brace 80">
            <a:extLst>
              <a:ext uri="{FF2B5EF4-FFF2-40B4-BE49-F238E27FC236}">
                <a16:creationId xmlns:a16="http://schemas.microsoft.com/office/drawing/2014/main" id="{CC928B21-E2CF-3EEB-1226-7EC6012BA226}"/>
              </a:ext>
            </a:extLst>
          </p:cNvPr>
          <p:cNvSpPr/>
          <p:nvPr/>
        </p:nvSpPr>
        <p:spPr>
          <a:xfrm rot="5400000">
            <a:off x="5073798" y="-126419"/>
            <a:ext cx="257908" cy="225161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7A3212B-3C06-69F7-6930-BBBDCDF25875}"/>
              </a:ext>
            </a:extLst>
          </p:cNvPr>
          <p:cNvSpPr txBox="1"/>
          <p:nvPr/>
        </p:nvSpPr>
        <p:spPr>
          <a:xfrm>
            <a:off x="6156330" y="3498208"/>
            <a:ext cx="488916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000" b="0" dirty="0"/>
              <a:t>✓/✗</a:t>
            </a:r>
            <a:endParaRPr lang="en-US" sz="14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2A3676A-A9AA-589A-CC6C-5E4C21431F40}"/>
              </a:ext>
            </a:extLst>
          </p:cNvPr>
          <p:cNvSpPr txBox="1"/>
          <p:nvPr/>
        </p:nvSpPr>
        <p:spPr>
          <a:xfrm>
            <a:off x="5778202" y="3775849"/>
            <a:ext cx="1235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Real data?</a:t>
            </a:r>
          </a:p>
        </p:txBody>
      </p:sp>
    </p:spTree>
    <p:extLst>
      <p:ext uri="{BB962C8B-B14F-4D97-AF65-F5344CB8AC3E}">
        <p14:creationId xmlns:p14="http://schemas.microsoft.com/office/powerpoint/2010/main" val="6652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AA9EE-BEA9-1D54-6E38-5453D10A8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Group 191">
            <a:extLst>
              <a:ext uri="{FF2B5EF4-FFF2-40B4-BE49-F238E27FC236}">
                <a16:creationId xmlns:a16="http://schemas.microsoft.com/office/drawing/2014/main" id="{CBA7000F-CDF8-993F-DFF7-47F893FDF042}"/>
              </a:ext>
            </a:extLst>
          </p:cNvPr>
          <p:cNvGrpSpPr/>
          <p:nvPr/>
        </p:nvGrpSpPr>
        <p:grpSpPr>
          <a:xfrm>
            <a:off x="234175" y="680223"/>
            <a:ext cx="5861825" cy="3635299"/>
            <a:chOff x="234175" y="680223"/>
            <a:chExt cx="5861825" cy="3635299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A4BF46EA-CACF-FB8B-379C-C2C98580FDC1}"/>
                </a:ext>
              </a:extLst>
            </p:cNvPr>
            <p:cNvSpPr/>
            <p:nvPr/>
          </p:nvSpPr>
          <p:spPr>
            <a:xfrm>
              <a:off x="234175" y="680223"/>
              <a:ext cx="5861825" cy="363529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BE2C906E-E494-A68C-68C5-FC0A2C843100}"/>
                </a:ext>
              </a:extLst>
            </p:cNvPr>
            <p:cNvGrpSpPr/>
            <p:nvPr/>
          </p:nvGrpSpPr>
          <p:grpSpPr>
            <a:xfrm>
              <a:off x="424512" y="800866"/>
              <a:ext cx="5384804" cy="3244929"/>
              <a:chOff x="502570" y="789715"/>
              <a:chExt cx="5384804" cy="3244929"/>
            </a:xfrm>
          </p:grpSpPr>
          <p:grpSp>
            <p:nvGrpSpPr>
              <p:cNvPr id="125" name="Group 124">
                <a:extLst>
                  <a:ext uri="{FF2B5EF4-FFF2-40B4-BE49-F238E27FC236}">
                    <a16:creationId xmlns:a16="http://schemas.microsoft.com/office/drawing/2014/main" id="{6BEF1DCD-655B-184D-1FC1-E6C3572C3CBF}"/>
                  </a:ext>
                </a:extLst>
              </p:cNvPr>
              <p:cNvGrpSpPr/>
              <p:nvPr/>
            </p:nvGrpSpPr>
            <p:grpSpPr>
              <a:xfrm>
                <a:off x="502570" y="789715"/>
                <a:ext cx="5384804" cy="2795187"/>
                <a:chOff x="502570" y="789715"/>
                <a:chExt cx="5384804" cy="2795187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AD8F9938-1583-154B-ACE9-1803659D8492}"/>
                    </a:ext>
                  </a:extLst>
                </p:cNvPr>
                <p:cNvSpPr/>
                <p:nvPr/>
              </p:nvSpPr>
              <p:spPr>
                <a:xfrm>
                  <a:off x="668824" y="2226356"/>
                  <a:ext cx="989214" cy="989214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0E3C5FD3-5CA8-2918-F221-DFB77AF73410}"/>
                    </a:ext>
                  </a:extLst>
                </p:cNvPr>
                <p:cNvSpPr/>
                <p:nvPr/>
              </p:nvSpPr>
              <p:spPr>
                <a:xfrm>
                  <a:off x="1875100" y="2226356"/>
                  <a:ext cx="989214" cy="989214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C261F9CA-78D1-6EC4-5072-FDA55BAE417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02570" y="1499782"/>
                      <a:ext cx="399011" cy="410234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C261F9CA-78D1-6EC4-5072-FDA55BAE417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02570" y="1499782"/>
                      <a:ext cx="399011" cy="410234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270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AAFF911-DD30-CBE4-392B-9479CAFF6B8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97382" y="1497082"/>
                      <a:ext cx="399011" cy="410234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acc>
                              <m:accPr>
                                <m:chr m:val="̂"/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AAFF911-DD30-CBE4-392B-9479CAFF6B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97382" y="1497082"/>
                      <a:ext cx="399011" cy="410234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t="-8824"/>
                      </a:stretch>
                    </a:blipFill>
                    <a:ln w="1270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" name="TextBox 6">
                      <a:extLst>
                        <a:ext uri="{FF2B5EF4-FFF2-40B4-BE49-F238E27FC236}">
                          <a16:creationId xmlns:a16="http://schemas.microsoft.com/office/drawing/2014/main" id="{10E8FCDA-DA30-0089-43C6-967B19733E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49976" y="1499782"/>
                      <a:ext cx="399011" cy="410234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acc>
                              <m:accPr>
                                <m:chr m:val="̂"/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>
                <p:sp>
                  <p:nvSpPr>
                    <p:cNvPr id="7" name="TextBox 6">
                      <a:extLst>
                        <a:ext uri="{FF2B5EF4-FFF2-40B4-BE49-F238E27FC236}">
                          <a16:creationId xmlns:a16="http://schemas.microsoft.com/office/drawing/2014/main" id="{10E8FCDA-DA30-0089-43C6-967B19733E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49976" y="1499782"/>
                      <a:ext cx="399011" cy="410234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t="-17647" b="-2941"/>
                      </a:stretch>
                    </a:blipFill>
                    <a:ln w="1270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7C71794-0EF9-B828-F427-927A3F5CE373}"/>
                    </a:ext>
                  </a:extLst>
                </p:cNvPr>
                <p:cNvCxnSpPr>
                  <a:stCxn id="4" idx="3"/>
                  <a:endCxn id="7" idx="1"/>
                </p:cNvCxnSpPr>
                <p:nvPr/>
              </p:nvCxnSpPr>
              <p:spPr>
                <a:xfrm>
                  <a:off x="901581" y="1704899"/>
                  <a:ext cx="648395" cy="0"/>
                </a:xfrm>
                <a:prstGeom prst="straightConnector1">
                  <a:avLst/>
                </a:prstGeom>
                <a:ln w="31750">
                  <a:solidFill>
                    <a:schemeClr val="accent2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9ECC4ED7-495C-0204-3443-3CCC14D2C2A2}"/>
                    </a:ext>
                  </a:extLst>
                </p:cNvPr>
                <p:cNvCxnSpPr>
                  <a:cxnSpLocks/>
                  <a:endCxn id="5" idx="1"/>
                </p:cNvCxnSpPr>
                <p:nvPr/>
              </p:nvCxnSpPr>
              <p:spPr>
                <a:xfrm flipV="1">
                  <a:off x="1948987" y="1702199"/>
                  <a:ext cx="648395" cy="11084"/>
                </a:xfrm>
                <a:prstGeom prst="straightConnector1">
                  <a:avLst/>
                </a:prstGeom>
                <a:ln w="31750">
                  <a:solidFill>
                    <a:schemeClr val="accent5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9" name="TextBox 48">
                      <a:extLst>
                        <a:ext uri="{FF2B5EF4-FFF2-40B4-BE49-F238E27FC236}">
                          <a16:creationId xmlns:a16="http://schemas.microsoft.com/office/drawing/2014/main" id="{1877BF09-BA55-08BA-65C8-10FC77C466F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1077" y="1294665"/>
                      <a:ext cx="796169" cy="410234"/>
                    </a:xfrm>
                    <a:prstGeom prst="rect">
                      <a:avLst/>
                    </a:prstGeom>
                    <a:noFill/>
                    <a:ln w="12700">
                      <a:noFill/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accent2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49" name="TextBox 48">
                      <a:extLst>
                        <a:ext uri="{FF2B5EF4-FFF2-40B4-BE49-F238E27FC236}">
                          <a16:creationId xmlns:a16="http://schemas.microsoft.com/office/drawing/2014/main" id="{1877BF09-BA55-08BA-65C8-10FC77C466F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1077" y="1294665"/>
                      <a:ext cx="796169" cy="41023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270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5" name="TextBox 54">
                      <a:extLst>
                        <a:ext uri="{FF2B5EF4-FFF2-40B4-BE49-F238E27FC236}">
                          <a16:creationId xmlns:a16="http://schemas.microsoft.com/office/drawing/2014/main" id="{7487EFAC-AF65-0E49-1343-4A0AB4E9C6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58474" y="1291965"/>
                      <a:ext cx="796169" cy="410234"/>
                    </a:xfrm>
                    <a:prstGeom prst="rect">
                      <a:avLst/>
                    </a:prstGeom>
                    <a:noFill/>
                    <a:ln w="12700">
                      <a:noFill/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accent5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55" name="TextBox 54">
                      <a:extLst>
                        <a:ext uri="{FF2B5EF4-FFF2-40B4-BE49-F238E27FC236}">
                          <a16:creationId xmlns:a16="http://schemas.microsoft.com/office/drawing/2014/main" id="{7487EFAC-AF65-0E49-1343-4A0AB4E9C67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58474" y="1291965"/>
                      <a:ext cx="796169" cy="41023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  <a:ln w="1270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16DFA1BC-75D5-8C9F-E9D6-95DA92F854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93551" y="1497082"/>
                      <a:ext cx="399011" cy="410234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16DFA1BC-75D5-8C9F-E9D6-95DA92F854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93551" y="1497082"/>
                      <a:ext cx="399011" cy="41023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  <a:ln w="1270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B50DF192-D57E-0982-45E2-64A07D87D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88363" y="1494382"/>
                      <a:ext cx="399011" cy="410234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acc>
                              <m:accPr>
                                <m:chr m:val="̂"/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B50DF192-D57E-0982-45E2-64A07D87D9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88363" y="1494382"/>
                      <a:ext cx="399011" cy="41023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t="-20588" b="-2941"/>
                      </a:stretch>
                    </a:blipFill>
                    <a:ln w="1270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0" name="TextBox 69">
                      <a:extLst>
                        <a:ext uri="{FF2B5EF4-FFF2-40B4-BE49-F238E27FC236}">
                          <a16:creationId xmlns:a16="http://schemas.microsoft.com/office/drawing/2014/main" id="{196FF806-AB7F-47BA-44CE-91A5D10EB76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40957" y="1497082"/>
                      <a:ext cx="399011" cy="410234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acc>
                              <m:accPr>
                                <m:chr m:val="̂"/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>
                <p:sp>
                  <p:nvSpPr>
                    <p:cNvPr id="70" name="TextBox 69">
                      <a:extLst>
                        <a:ext uri="{FF2B5EF4-FFF2-40B4-BE49-F238E27FC236}">
                          <a16:creationId xmlns:a16="http://schemas.microsoft.com/office/drawing/2014/main" id="{196FF806-AB7F-47BA-44CE-91A5D10EB76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40957" y="1497082"/>
                      <a:ext cx="399011" cy="410234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t="-8824"/>
                      </a:stretch>
                    </a:blipFill>
                    <a:ln w="1270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1" name="Straight Arrow Connector 70">
                  <a:extLst>
                    <a:ext uri="{FF2B5EF4-FFF2-40B4-BE49-F238E27FC236}">
                      <a16:creationId xmlns:a16="http://schemas.microsoft.com/office/drawing/2014/main" id="{66FF6D06-738F-8C3A-276E-81543D359541}"/>
                    </a:ext>
                  </a:extLst>
                </p:cNvPr>
                <p:cNvCxnSpPr>
                  <a:stCxn id="64" idx="3"/>
                  <a:endCxn id="70" idx="1"/>
                </p:cNvCxnSpPr>
                <p:nvPr/>
              </p:nvCxnSpPr>
              <p:spPr>
                <a:xfrm>
                  <a:off x="3792562" y="1702199"/>
                  <a:ext cx="648395" cy="0"/>
                </a:xfrm>
                <a:prstGeom prst="straightConnector1">
                  <a:avLst/>
                </a:prstGeom>
                <a:ln w="31750">
                  <a:solidFill>
                    <a:schemeClr val="accent5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Arrow Connector 71">
                  <a:extLst>
                    <a:ext uri="{FF2B5EF4-FFF2-40B4-BE49-F238E27FC236}">
                      <a16:creationId xmlns:a16="http://schemas.microsoft.com/office/drawing/2014/main" id="{17415D77-8C61-2F3E-79E4-FCAB5A85C104}"/>
                    </a:ext>
                  </a:extLst>
                </p:cNvPr>
                <p:cNvCxnSpPr>
                  <a:cxnSpLocks/>
                  <a:endCxn id="67" idx="1"/>
                </p:cNvCxnSpPr>
                <p:nvPr/>
              </p:nvCxnSpPr>
              <p:spPr>
                <a:xfrm flipV="1">
                  <a:off x="4839968" y="1699499"/>
                  <a:ext cx="648395" cy="11084"/>
                </a:xfrm>
                <a:prstGeom prst="straightConnector1">
                  <a:avLst/>
                </a:prstGeom>
                <a:ln w="31750">
                  <a:solidFill>
                    <a:schemeClr val="accent2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3" name="TextBox 72">
                      <a:extLst>
                        <a:ext uri="{FF2B5EF4-FFF2-40B4-BE49-F238E27FC236}">
                          <a16:creationId xmlns:a16="http://schemas.microsoft.com/office/drawing/2014/main" id="{D50686B1-CF41-60A6-5464-FC6D34276EB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0371" y="1291965"/>
                      <a:ext cx="796169" cy="410234"/>
                    </a:xfrm>
                    <a:prstGeom prst="rect">
                      <a:avLst/>
                    </a:prstGeom>
                    <a:noFill/>
                    <a:ln w="12700">
                      <a:noFill/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accent5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3" name="TextBox 72">
                      <a:extLst>
                        <a:ext uri="{FF2B5EF4-FFF2-40B4-BE49-F238E27FC236}">
                          <a16:creationId xmlns:a16="http://schemas.microsoft.com/office/drawing/2014/main" id="{D50686B1-CF41-60A6-5464-FC6D34276EB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0371" y="1291965"/>
                      <a:ext cx="796169" cy="410234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 w="1270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4" name="TextBox 73">
                      <a:extLst>
                        <a:ext uri="{FF2B5EF4-FFF2-40B4-BE49-F238E27FC236}">
                          <a16:creationId xmlns:a16="http://schemas.microsoft.com/office/drawing/2014/main" id="{0E4D6BC1-CBEC-2E33-CF30-388FB0579BE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57768" y="1289265"/>
                      <a:ext cx="796169" cy="410234"/>
                    </a:xfrm>
                    <a:prstGeom prst="rect">
                      <a:avLst/>
                    </a:prstGeom>
                    <a:noFill/>
                    <a:ln w="12700">
                      <a:noFill/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accent2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4" name="TextBox 73">
                      <a:extLst>
                        <a:ext uri="{FF2B5EF4-FFF2-40B4-BE49-F238E27FC236}">
                          <a16:creationId xmlns:a16="http://schemas.microsoft.com/office/drawing/2014/main" id="{0E4D6BC1-CBEC-2E33-CF30-388FB0579B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757768" y="1289265"/>
                      <a:ext cx="796169" cy="41023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 w="1270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3A954452-3E43-B81F-922E-7C70E5276ADB}"/>
                    </a:ext>
                  </a:extLst>
                </p:cNvPr>
                <p:cNvSpPr/>
                <p:nvPr/>
              </p:nvSpPr>
              <p:spPr>
                <a:xfrm>
                  <a:off x="3559805" y="2226356"/>
                  <a:ext cx="989214" cy="989214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7336021B-2DFF-5243-BB4F-3526CD32045B}"/>
                    </a:ext>
                  </a:extLst>
                </p:cNvPr>
                <p:cNvSpPr/>
                <p:nvPr/>
              </p:nvSpPr>
              <p:spPr>
                <a:xfrm>
                  <a:off x="4766081" y="2226356"/>
                  <a:ext cx="989214" cy="989214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7" name="TextBox 76">
                      <a:extLst>
                        <a:ext uri="{FF2B5EF4-FFF2-40B4-BE49-F238E27FC236}">
                          <a16:creationId xmlns:a16="http://schemas.microsoft.com/office/drawing/2014/main" id="{8E07C747-2BFB-F7AB-CB03-79999FEDC54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2744" y="3215570"/>
                      <a:ext cx="1212833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dirty="0"/>
                        <a:t>Domain </a:t>
                      </a:r>
                      <a14:m>
                        <m:oMath xmlns:m="http://schemas.openxmlformats.org/officeDocument/2006/math"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a14:m>
                      <a:r>
                        <a:rPr lang="en-US" dirty="0"/>
                        <a:t> </a:t>
                      </a:r>
                    </a:p>
                  </p:txBody>
                </p:sp>
              </mc:Choice>
              <mc:Fallback>
                <p:sp>
                  <p:nvSpPr>
                    <p:cNvPr id="77" name="TextBox 76">
                      <a:extLst>
                        <a:ext uri="{FF2B5EF4-FFF2-40B4-BE49-F238E27FC236}">
                          <a16:creationId xmlns:a16="http://schemas.microsoft.com/office/drawing/2014/main" id="{8E07C747-2BFB-F7AB-CB03-79999FEDC54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2744" y="3215570"/>
                      <a:ext cx="1212833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4167" t="-3226" b="-2258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8" name="TextBox 77">
                      <a:extLst>
                        <a:ext uri="{FF2B5EF4-FFF2-40B4-BE49-F238E27FC236}">
                          <a16:creationId xmlns:a16="http://schemas.microsoft.com/office/drawing/2014/main" id="{374818B8-0199-23F8-4FCF-31BC80CE148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83562" y="3215570"/>
                      <a:ext cx="122322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dirty="0"/>
                        <a:t>Domain </a:t>
                      </a:r>
                      <a14:m>
                        <m:oMath xmlns:m="http://schemas.openxmlformats.org/officeDocument/2006/math"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a14:m>
                      <a:r>
                        <a:rPr lang="en-US" dirty="0"/>
                        <a:t> </a:t>
                      </a:r>
                    </a:p>
                  </p:txBody>
                </p:sp>
              </mc:Choice>
              <mc:Fallback>
                <p:sp>
                  <p:nvSpPr>
                    <p:cNvPr id="78" name="TextBox 77">
                      <a:extLst>
                        <a:ext uri="{FF2B5EF4-FFF2-40B4-BE49-F238E27FC236}">
                          <a16:creationId xmlns:a16="http://schemas.microsoft.com/office/drawing/2014/main" id="{374818B8-0199-23F8-4FCF-31BC80CE148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83562" y="3215570"/>
                      <a:ext cx="1223220" cy="369332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4124" t="-3226" b="-2258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9" name="TextBox 78">
                      <a:extLst>
                        <a:ext uri="{FF2B5EF4-FFF2-40B4-BE49-F238E27FC236}">
                          <a16:creationId xmlns:a16="http://schemas.microsoft.com/office/drawing/2014/main" id="{F6E2E939-D00E-C91B-ECE6-D3C8A73F33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75023" y="3215570"/>
                      <a:ext cx="122322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dirty="0"/>
                        <a:t>Domain </a:t>
                      </a:r>
                      <a14:m>
                        <m:oMath xmlns:m="http://schemas.openxmlformats.org/officeDocument/2006/math"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a14:m>
                      <a:r>
                        <a:rPr lang="en-US" dirty="0"/>
                        <a:t> </a:t>
                      </a:r>
                    </a:p>
                  </p:txBody>
                </p:sp>
              </mc:Choice>
              <mc:Fallback>
                <p:sp>
                  <p:nvSpPr>
                    <p:cNvPr id="79" name="TextBox 78">
                      <a:extLst>
                        <a:ext uri="{FF2B5EF4-FFF2-40B4-BE49-F238E27FC236}">
                          <a16:creationId xmlns:a16="http://schemas.microsoft.com/office/drawing/2014/main" id="{F6E2E939-D00E-C91B-ECE6-D3C8A73F339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75023" y="3215570"/>
                      <a:ext cx="1223220" cy="369332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4124" t="-3226" b="-2258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2" name="TextBox 81">
                      <a:extLst>
                        <a:ext uri="{FF2B5EF4-FFF2-40B4-BE49-F238E27FC236}">
                          <a16:creationId xmlns:a16="http://schemas.microsoft.com/office/drawing/2014/main" id="{6148755F-38BD-87CF-4A49-019A72469A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55841" y="3215570"/>
                      <a:ext cx="1212833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dirty="0"/>
                        <a:t>Domain </a:t>
                      </a:r>
                      <a14:m>
                        <m:oMath xmlns:m="http://schemas.openxmlformats.org/officeDocument/2006/math"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a14:m>
                      <a:r>
                        <a:rPr lang="en-US" dirty="0"/>
                        <a:t> </a:t>
                      </a:r>
                    </a:p>
                  </p:txBody>
                </p:sp>
              </mc:Choice>
              <mc:Fallback>
                <p:sp>
                  <p:nvSpPr>
                    <p:cNvPr id="82" name="TextBox 81">
                      <a:extLst>
                        <a:ext uri="{FF2B5EF4-FFF2-40B4-BE49-F238E27FC236}">
                          <a16:creationId xmlns:a16="http://schemas.microsoft.com/office/drawing/2014/main" id="{6148755F-38BD-87CF-4A49-019A72469A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55841" y="3215570"/>
                      <a:ext cx="1212833" cy="369332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4124" t="-3226" b="-2258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B2B7168-95E9-F2CB-5349-588D4E357FB2}"/>
                    </a:ext>
                  </a:extLst>
                </p:cNvPr>
                <p:cNvSpPr txBox="1"/>
                <p:nvPr/>
              </p:nvSpPr>
              <p:spPr>
                <a:xfrm>
                  <a:off x="747532" y="2431472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D8BD1A0-C507-CE0F-78C9-3BBF57CD0199}"/>
                    </a:ext>
                  </a:extLst>
                </p:cNvPr>
                <p:cNvSpPr txBox="1"/>
                <p:nvPr/>
              </p:nvSpPr>
              <p:spPr>
                <a:xfrm>
                  <a:off x="874993" y="2600498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4BE70D7B-152C-A030-A2A8-24B684346DAE}"/>
                    </a:ext>
                  </a:extLst>
                </p:cNvPr>
                <p:cNvSpPr txBox="1"/>
                <p:nvPr/>
              </p:nvSpPr>
              <p:spPr>
                <a:xfrm>
                  <a:off x="2199480" y="2535923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89" name="Left Brace 88">
                  <a:extLst>
                    <a:ext uri="{FF2B5EF4-FFF2-40B4-BE49-F238E27FC236}">
                      <a16:creationId xmlns:a16="http://schemas.microsoft.com/office/drawing/2014/main" id="{0BCDABF1-C57A-599B-82BC-23FE1332930C}"/>
                    </a:ext>
                  </a:extLst>
                </p:cNvPr>
                <p:cNvSpPr/>
                <p:nvPr/>
              </p:nvSpPr>
              <p:spPr>
                <a:xfrm rot="19591067">
                  <a:off x="796525" y="2661295"/>
                  <a:ext cx="91459" cy="241069"/>
                </a:xfrm>
                <a:prstGeom prst="leftBrac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Curved Down Arrow 105">
                  <a:extLst>
                    <a:ext uri="{FF2B5EF4-FFF2-40B4-BE49-F238E27FC236}">
                      <a16:creationId xmlns:a16="http://schemas.microsoft.com/office/drawing/2014/main" id="{1281FE8D-8DB8-89F4-F9A8-3D3776FFB158}"/>
                    </a:ext>
                  </a:extLst>
                </p:cNvPr>
                <p:cNvSpPr/>
                <p:nvPr/>
              </p:nvSpPr>
              <p:spPr>
                <a:xfrm rot="10603588">
                  <a:off x="961871" y="2845565"/>
                  <a:ext cx="1415053" cy="217783"/>
                </a:xfrm>
                <a:prstGeom prst="curvedDownArrow">
                  <a:avLst>
                    <a:gd name="adj1" fmla="val 7543"/>
                    <a:gd name="adj2" fmla="val 68984"/>
                    <a:gd name="adj3" fmla="val 37617"/>
                  </a:avLst>
                </a:prstGeom>
                <a:solidFill>
                  <a:schemeClr val="accent5"/>
                </a:solidFill>
                <a:ln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7" name="Curved Down Arrow 106">
                  <a:extLst>
                    <a:ext uri="{FF2B5EF4-FFF2-40B4-BE49-F238E27FC236}">
                      <a16:creationId xmlns:a16="http://schemas.microsoft.com/office/drawing/2014/main" id="{6FD846DB-68B4-6241-D51D-966CC6A97CB1}"/>
                    </a:ext>
                  </a:extLst>
                </p:cNvPr>
                <p:cNvSpPr/>
                <p:nvPr/>
              </p:nvSpPr>
              <p:spPr>
                <a:xfrm rot="193229">
                  <a:off x="930083" y="2353640"/>
                  <a:ext cx="1504882" cy="217783"/>
                </a:xfrm>
                <a:prstGeom prst="curvedDownArrow">
                  <a:avLst>
                    <a:gd name="adj1" fmla="val 7543"/>
                    <a:gd name="adj2" fmla="val 68984"/>
                    <a:gd name="adj3" fmla="val 37617"/>
                  </a:avLst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D92DAB7C-5103-8045-848F-7F78B628E73A}"/>
                    </a:ext>
                  </a:extLst>
                </p:cNvPr>
                <p:cNvSpPr txBox="1"/>
                <p:nvPr/>
              </p:nvSpPr>
              <p:spPr>
                <a:xfrm>
                  <a:off x="4054412" y="2641121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05B284EF-6B37-F482-E76C-EDD1CA06247F}"/>
                    </a:ext>
                  </a:extLst>
                </p:cNvPr>
                <p:cNvSpPr txBox="1"/>
                <p:nvPr/>
              </p:nvSpPr>
              <p:spPr>
                <a:xfrm>
                  <a:off x="585003" y="2766235"/>
                  <a:ext cx="3690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i="1" dirty="0"/>
                    <a:t>CL</a:t>
                  </a:r>
                </a:p>
              </p:txBody>
            </p:sp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9CA9B569-DCBA-F0B3-1B60-7328991860D2}"/>
                    </a:ext>
                  </a:extLst>
                </p:cNvPr>
                <p:cNvSpPr txBox="1"/>
                <p:nvPr/>
              </p:nvSpPr>
              <p:spPr>
                <a:xfrm>
                  <a:off x="3963200" y="2456455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F3BED4BD-1847-ADC1-211D-E5CE56C92150}"/>
                    </a:ext>
                  </a:extLst>
                </p:cNvPr>
                <p:cNvSpPr txBox="1"/>
                <p:nvPr/>
              </p:nvSpPr>
              <p:spPr>
                <a:xfrm>
                  <a:off x="4839968" y="2399347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112" name="Curved Down Arrow 111">
                  <a:extLst>
                    <a:ext uri="{FF2B5EF4-FFF2-40B4-BE49-F238E27FC236}">
                      <a16:creationId xmlns:a16="http://schemas.microsoft.com/office/drawing/2014/main" id="{301F1FE9-44E3-E087-43D3-4CAA15A7EE96}"/>
                    </a:ext>
                  </a:extLst>
                </p:cNvPr>
                <p:cNvSpPr/>
                <p:nvPr/>
              </p:nvSpPr>
              <p:spPr>
                <a:xfrm rot="21399109">
                  <a:off x="4047815" y="2341094"/>
                  <a:ext cx="979966" cy="172160"/>
                </a:xfrm>
                <a:prstGeom prst="curvedDownArrow">
                  <a:avLst>
                    <a:gd name="adj1" fmla="val 7543"/>
                    <a:gd name="adj2" fmla="val 68984"/>
                    <a:gd name="adj3" fmla="val 37617"/>
                  </a:avLst>
                </a:prstGeom>
                <a:solidFill>
                  <a:schemeClr val="accent5"/>
                </a:solidFill>
                <a:ln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3" name="Curved Down Arrow 112">
                  <a:extLst>
                    <a:ext uri="{FF2B5EF4-FFF2-40B4-BE49-F238E27FC236}">
                      <a16:creationId xmlns:a16="http://schemas.microsoft.com/office/drawing/2014/main" id="{B4704D57-13D2-C836-BB6F-C28572E45B31}"/>
                    </a:ext>
                  </a:extLst>
                </p:cNvPr>
                <p:cNvSpPr/>
                <p:nvPr/>
              </p:nvSpPr>
              <p:spPr>
                <a:xfrm rot="9799447">
                  <a:off x="4202554" y="2787888"/>
                  <a:ext cx="891286" cy="172160"/>
                </a:xfrm>
                <a:prstGeom prst="curvedDownArrow">
                  <a:avLst>
                    <a:gd name="adj1" fmla="val 7543"/>
                    <a:gd name="adj2" fmla="val 68984"/>
                    <a:gd name="adj3" fmla="val 37617"/>
                  </a:avLst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5" name="Left Brace 114">
                  <a:extLst>
                    <a:ext uri="{FF2B5EF4-FFF2-40B4-BE49-F238E27FC236}">
                      <a16:creationId xmlns:a16="http://schemas.microsoft.com/office/drawing/2014/main" id="{445EB6BF-194F-90CA-3A03-62C66D32493B}"/>
                    </a:ext>
                  </a:extLst>
                </p:cNvPr>
                <p:cNvSpPr/>
                <p:nvPr/>
              </p:nvSpPr>
              <p:spPr>
                <a:xfrm rot="20096596">
                  <a:off x="4007458" y="2665993"/>
                  <a:ext cx="91459" cy="241069"/>
                </a:xfrm>
                <a:prstGeom prst="leftBrac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1D25E1F1-765F-DA82-1858-ADB16DF5CA6A}"/>
                    </a:ext>
                  </a:extLst>
                </p:cNvPr>
                <p:cNvSpPr txBox="1"/>
                <p:nvPr/>
              </p:nvSpPr>
              <p:spPr>
                <a:xfrm>
                  <a:off x="3781976" y="2770933"/>
                  <a:ext cx="3690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i="1" dirty="0"/>
                    <a:t>CL</a:t>
                  </a: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8" name="TextBox 117">
                      <a:extLst>
                        <a:ext uri="{FF2B5EF4-FFF2-40B4-BE49-F238E27FC236}">
                          <a16:creationId xmlns:a16="http://schemas.microsoft.com/office/drawing/2014/main" id="{F715F835-5EFE-7E4C-1D38-DB239E1D39B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351396" y="795115"/>
                      <a:ext cx="796169" cy="410234"/>
                    </a:xfrm>
                    <a:prstGeom prst="rect">
                      <a:avLst/>
                    </a:prstGeom>
                    <a:noFill/>
                    <a:ln w="12700">
                      <a:noFill/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accent5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18" name="TextBox 117">
                      <a:extLst>
                        <a:ext uri="{FF2B5EF4-FFF2-40B4-BE49-F238E27FC236}">
                          <a16:creationId xmlns:a16="http://schemas.microsoft.com/office/drawing/2014/main" id="{F715F835-5EFE-7E4C-1D38-DB239E1D39B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351396" y="795115"/>
                      <a:ext cx="796169" cy="410234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  <a:ln w="1270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19" name="Straight Arrow Connector 118">
                  <a:extLst>
                    <a:ext uri="{FF2B5EF4-FFF2-40B4-BE49-F238E27FC236}">
                      <a16:creationId xmlns:a16="http://schemas.microsoft.com/office/drawing/2014/main" id="{0BD605CE-4D19-A6CD-6AB7-A409AA48C66E}"/>
                    </a:ext>
                  </a:extLst>
                </p:cNvPr>
                <p:cNvCxnSpPr>
                  <a:cxnSpLocks/>
                  <a:stCxn id="7" idx="0"/>
                  <a:endCxn id="118" idx="2"/>
                </p:cNvCxnSpPr>
                <p:nvPr/>
              </p:nvCxnSpPr>
              <p:spPr>
                <a:xfrm flipH="1" flipV="1">
                  <a:off x="1749481" y="1205349"/>
                  <a:ext cx="1" cy="294433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22" name="TextBox 121">
                      <a:extLst>
                        <a:ext uri="{FF2B5EF4-FFF2-40B4-BE49-F238E27FC236}">
                          <a16:creationId xmlns:a16="http://schemas.microsoft.com/office/drawing/2014/main" id="{22505A3E-CF89-2D3B-BA70-834D5FBCA21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34070" y="789715"/>
                      <a:ext cx="796169" cy="410234"/>
                    </a:xfrm>
                    <a:prstGeom prst="rect">
                      <a:avLst/>
                    </a:prstGeom>
                    <a:noFill/>
                    <a:ln w="12700">
                      <a:noFill/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accent5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22" name="TextBox 121">
                      <a:extLst>
                        <a:ext uri="{FF2B5EF4-FFF2-40B4-BE49-F238E27FC236}">
                          <a16:creationId xmlns:a16="http://schemas.microsoft.com/office/drawing/2014/main" id="{22505A3E-CF89-2D3B-BA70-834D5FBCA21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234070" y="789715"/>
                      <a:ext cx="796169" cy="41023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  <a:ln w="1270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23" name="Straight Arrow Connector 122">
                  <a:extLst>
                    <a:ext uri="{FF2B5EF4-FFF2-40B4-BE49-F238E27FC236}">
                      <a16:creationId xmlns:a16="http://schemas.microsoft.com/office/drawing/2014/main" id="{C1D7D9CA-EC2A-CC74-340A-4CEC0BAD1F72}"/>
                    </a:ext>
                  </a:extLst>
                </p:cNvPr>
                <p:cNvCxnSpPr>
                  <a:cxnSpLocks/>
                  <a:endCxn id="122" idx="2"/>
                </p:cNvCxnSpPr>
                <p:nvPr/>
              </p:nvCxnSpPr>
              <p:spPr>
                <a:xfrm flipH="1" flipV="1">
                  <a:off x="4632155" y="1199949"/>
                  <a:ext cx="1" cy="294433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4" name="TextBox 123">
                    <a:extLst>
                      <a:ext uri="{FF2B5EF4-FFF2-40B4-BE49-F238E27FC236}">
                        <a16:creationId xmlns:a16="http://schemas.microsoft.com/office/drawing/2014/main" id="{2510DCA7-22BE-3F9A-FDBB-8E9AE00CFE7F}"/>
                      </a:ext>
                    </a:extLst>
                  </p:cNvPr>
                  <p:cNvSpPr txBox="1"/>
                  <p:nvPr/>
                </p:nvSpPr>
                <p:spPr>
                  <a:xfrm>
                    <a:off x="1042441" y="3665312"/>
                    <a:ext cx="434901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i="1" dirty="0"/>
                      <a:t>CL: </a:t>
                    </a:r>
                    <a:r>
                      <a:rPr lang="en-US" dirty="0"/>
                      <a:t>Cycle Consistency Loss (e.g. </a:t>
                    </a:r>
                    <a14:m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oMath>
                    </a14:m>
                    <a:r>
                      <a:rPr lang="en-US" dirty="0"/>
                      <a:t>)</a:t>
                    </a:r>
                    <a:endParaRPr lang="en-US" sz="1600" i="1" dirty="0"/>
                  </a:p>
                </p:txBody>
              </p:sp>
            </mc:Choice>
            <mc:Fallback>
              <p:sp>
                <p:nvSpPr>
                  <p:cNvPr id="124" name="TextBox 123">
                    <a:extLst>
                      <a:ext uri="{FF2B5EF4-FFF2-40B4-BE49-F238E27FC236}">
                        <a16:creationId xmlns:a16="http://schemas.microsoft.com/office/drawing/2014/main" id="{2510DCA7-22BE-3F9A-FDBB-8E9AE00CFE7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2441" y="3665312"/>
                    <a:ext cx="4349012" cy="369332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t="-6667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85459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F589D8A9-9237-11E4-C8BF-B986A6ADF854}"/>
              </a:ext>
            </a:extLst>
          </p:cNvPr>
          <p:cNvGrpSpPr/>
          <p:nvPr/>
        </p:nvGrpSpPr>
        <p:grpSpPr>
          <a:xfrm>
            <a:off x="836341" y="1500280"/>
            <a:ext cx="6311591" cy="2380346"/>
            <a:chOff x="836341" y="1500280"/>
            <a:chExt cx="6311591" cy="238034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96AD716-F6C8-2517-34DA-17C8D81C6135}"/>
                </a:ext>
              </a:extLst>
            </p:cNvPr>
            <p:cNvSpPr/>
            <p:nvPr/>
          </p:nvSpPr>
          <p:spPr>
            <a:xfrm>
              <a:off x="836341" y="1500280"/>
              <a:ext cx="6311591" cy="238034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0247C21-4CAF-BC51-533E-40D1A4499B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88235"/>
            <a:stretch>
              <a:fillRect/>
            </a:stretch>
          </p:blipFill>
          <p:spPr>
            <a:xfrm>
              <a:off x="925552" y="2945258"/>
              <a:ext cx="914399" cy="80160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1721669-9F8D-3F54-F8FD-E5C36C4C2E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8068" r="50167"/>
            <a:stretch>
              <a:fillRect/>
            </a:stretch>
          </p:blipFill>
          <p:spPr>
            <a:xfrm>
              <a:off x="2943922" y="2945258"/>
              <a:ext cx="914399" cy="801602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9BA7185-FC68-BB34-4A87-CC29B00298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0837" r="37398"/>
            <a:stretch>
              <a:fillRect/>
            </a:stretch>
          </p:blipFill>
          <p:spPr>
            <a:xfrm>
              <a:off x="4122235" y="2945258"/>
              <a:ext cx="914399" cy="80160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D1EACB0-E62A-97E0-FA9C-621A546735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8906" r="-671"/>
            <a:stretch>
              <a:fillRect/>
            </a:stretch>
          </p:blipFill>
          <p:spPr>
            <a:xfrm>
              <a:off x="6140604" y="2945259"/>
              <a:ext cx="914399" cy="801602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3C141DF5-748C-0AAC-9D8D-9764AB6900EB}"/>
                    </a:ext>
                  </a:extLst>
                </p:cNvPr>
                <p:cNvSpPr/>
                <p:nvPr/>
              </p:nvSpPr>
              <p:spPr>
                <a:xfrm>
                  <a:off x="1092819" y="2118732"/>
                  <a:ext cx="579863" cy="579863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3C141DF5-748C-0AAC-9D8D-9764AB6900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2819" y="2118732"/>
                  <a:ext cx="579863" cy="579863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564AA31F-1DA5-10DA-2BB0-278099F83F6E}"/>
                    </a:ext>
                  </a:extLst>
                </p:cNvPr>
                <p:cNvSpPr/>
                <p:nvPr/>
              </p:nvSpPr>
              <p:spPr>
                <a:xfrm>
                  <a:off x="3111189" y="2118732"/>
                  <a:ext cx="579863" cy="579863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564AA31F-1DA5-10DA-2BB0-278099F83F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1189" y="2118732"/>
                  <a:ext cx="579863" cy="579863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71B4B107-81FF-2B25-FF15-E9A35CDC7948}"/>
                    </a:ext>
                  </a:extLst>
                </p:cNvPr>
                <p:cNvSpPr/>
                <p:nvPr/>
              </p:nvSpPr>
              <p:spPr>
                <a:xfrm>
                  <a:off x="4289502" y="2118731"/>
                  <a:ext cx="579863" cy="579863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71B4B107-81FF-2B25-FF15-E9A35CDC79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9502" y="2118731"/>
                  <a:ext cx="579863" cy="579863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1748856-3ACD-6934-4ABA-8DBC2F16B15A}"/>
                    </a:ext>
                  </a:extLst>
                </p:cNvPr>
                <p:cNvSpPr/>
                <p:nvPr/>
              </p:nvSpPr>
              <p:spPr>
                <a:xfrm>
                  <a:off x="6307871" y="2118731"/>
                  <a:ext cx="579863" cy="579863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1748856-3ACD-6934-4ABA-8DBC2F16B15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7871" y="2118731"/>
                  <a:ext cx="579863" cy="579863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9B7CDED-8CC8-823C-D115-0FA92B391D52}"/>
                </a:ext>
              </a:extLst>
            </p:cNvPr>
            <p:cNvCxnSpPr>
              <a:stCxn id="13" idx="6"/>
            </p:cNvCxnSpPr>
            <p:nvPr/>
          </p:nvCxnSpPr>
          <p:spPr>
            <a:xfrm flipV="1">
              <a:off x="1672682" y="2408661"/>
              <a:ext cx="423747" cy="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7071E59-3219-CA7C-B6D3-EDEFEFDDE65F}"/>
                </a:ext>
              </a:extLst>
            </p:cNvPr>
            <p:cNvCxnSpPr/>
            <p:nvPr/>
          </p:nvCxnSpPr>
          <p:spPr>
            <a:xfrm flipV="1">
              <a:off x="2687442" y="2408658"/>
              <a:ext cx="423747" cy="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D6B95E2-450A-870E-46A5-A570AEF7B200}"/>
                </a:ext>
              </a:extLst>
            </p:cNvPr>
            <p:cNvSpPr txBox="1"/>
            <p:nvPr/>
          </p:nvSpPr>
          <p:spPr>
            <a:xfrm>
              <a:off x="2163824" y="216823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. . .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E8173A3-7A57-30D1-3A9B-C944CD292C5C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 flipV="1">
              <a:off x="3691052" y="2408663"/>
              <a:ext cx="59845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92768F4D-18C5-FDED-439A-64F2CE75D14C}"/>
                </a:ext>
              </a:extLst>
            </p:cNvPr>
            <p:cNvCxnSpPr/>
            <p:nvPr/>
          </p:nvCxnSpPr>
          <p:spPr>
            <a:xfrm flipV="1">
              <a:off x="4876798" y="2408658"/>
              <a:ext cx="423747" cy="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D2802FFD-1C75-770D-4407-804845C97A9F}"/>
                </a:ext>
              </a:extLst>
            </p:cNvPr>
            <p:cNvCxnSpPr/>
            <p:nvPr/>
          </p:nvCxnSpPr>
          <p:spPr>
            <a:xfrm flipV="1">
              <a:off x="5891558" y="2408655"/>
              <a:ext cx="423747" cy="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B955FA2-79AB-A460-9F2E-F4FDBB0052F3}"/>
                </a:ext>
              </a:extLst>
            </p:cNvPr>
            <p:cNvSpPr txBox="1"/>
            <p:nvPr/>
          </p:nvSpPr>
          <p:spPr>
            <a:xfrm>
              <a:off x="5367940" y="2168234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. . .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CB883FB-1FF3-3889-F966-B55E4F661A4D}"/>
                    </a:ext>
                  </a:extLst>
                </p:cNvPr>
                <p:cNvSpPr txBox="1"/>
                <p:nvPr/>
              </p:nvSpPr>
              <p:spPr>
                <a:xfrm>
                  <a:off x="3478823" y="2561204"/>
                  <a:ext cx="1022909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CB883FB-1FF3-3889-F966-B55E4F661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78823" y="2561204"/>
                  <a:ext cx="1022909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" name="Curved Connector 30">
              <a:extLst>
                <a:ext uri="{FF2B5EF4-FFF2-40B4-BE49-F238E27FC236}">
                  <a16:creationId xmlns:a16="http://schemas.microsoft.com/office/drawing/2014/main" id="{45FAE478-B118-E136-A075-B09BE6C48690}"/>
                </a:ext>
              </a:extLst>
            </p:cNvPr>
            <p:cNvCxnSpPr>
              <a:stCxn id="15" idx="1"/>
              <a:endCxn id="14" idx="7"/>
            </p:cNvCxnSpPr>
            <p:nvPr/>
          </p:nvCxnSpPr>
          <p:spPr>
            <a:xfrm rot="16200000" flipH="1" flipV="1">
              <a:off x="3990276" y="1819506"/>
              <a:ext cx="1" cy="768288"/>
            </a:xfrm>
            <a:prstGeom prst="curvedConnector3">
              <a:avLst>
                <a:gd name="adj1" fmla="val -31351900000"/>
              </a:avLst>
            </a:prstGeom>
            <a:ln w="28575">
              <a:solidFill>
                <a:schemeClr val="tx1"/>
              </a:solidFill>
              <a:prstDash val="sysDot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A1680C66-BB0B-2A9E-F94F-848A91AF4A2F}"/>
                    </a:ext>
                  </a:extLst>
                </p:cNvPr>
                <p:cNvSpPr txBox="1"/>
                <p:nvPr/>
              </p:nvSpPr>
              <p:spPr>
                <a:xfrm>
                  <a:off x="3435477" y="1533734"/>
                  <a:ext cx="1109599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A1680C66-BB0B-2A9E-F94F-848A91AF4A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5477" y="1533734"/>
                  <a:ext cx="1109599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960713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3248</TotalTime>
  <Words>126</Words>
  <Application>Microsoft Macintosh PowerPoint</Application>
  <PresentationFormat>Widescreen</PresentationFormat>
  <Paragraphs>59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Blackledge</dc:creator>
  <cp:lastModifiedBy>Matthew Blackledge</cp:lastModifiedBy>
  <cp:revision>8</cp:revision>
  <dcterms:created xsi:type="dcterms:W3CDTF">2026-02-09T15:09:34Z</dcterms:created>
  <dcterms:modified xsi:type="dcterms:W3CDTF">2026-02-11T21:17:43Z</dcterms:modified>
</cp:coreProperties>
</file>